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1: Title &amp; Hook]</a:t>
            </a:r>
          </a:p>
          <a:p/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2: Activating Your Physics Toolkit (6-Question Grid)]</a:t>
            </a:r>
          </a:p>
          <a:p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1]: The Kettle Puzzle (Question Posed)]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2]: The 152 Kettle Puzzle (~152 Simultaneous Kettles Answer Reveal)]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4: Energy in Perspective (AI Queries vs Kettles vs EV)]</a:t>
            </a:r>
          </a:p>
          <a:p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1]: Electrical Power Formula Explained (P = E / t)]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2]: Student Task — Calculate Power for 3 Scenarios &amp; Check Battery Graphics]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3]: Power Dictates Charging Speed (Calculated Solutions &amp; Graphic Flaw Reveal)]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1]: Charge Flow (Q = It) &amp; Energy per Charge (E = QV)]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2]: Physical Intuition: Why Power = Current × Voltage]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3]: The Circuit Power Formula (P = I × V &amp; 800V EV Metric)]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1]: The Heat Trap Formula (P = I²R)]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2]: The Heat Trap Warning Callout (Squared Resistance Dissipation)]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8: The Voltage Solution (Outsmarting Resistance: 400V vs 800V)]</a:t>
            </a:r>
          </a:p>
          <a:p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9: Where Does the Lost Energy Go? (Sankey Diagram &amp; Cable Cooling)]</a:t>
            </a:r>
          </a:p>
          <a:p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10: The Examiner's Trap (Units &amp; Significant Figures)]</a:t>
            </a:r>
          </a:p>
          <a:p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11: The EV Charging Network Matrix]</a:t>
            </a:r>
          </a:p>
          <a:p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1]: The 6-Mark Challenge Prompt (Question &amp; Parameters)]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2]: Time Conversion Trap (45 min = 2,700 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3]: Power Equation (P = I × V = 48,000 W)]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4]: Energy Equation (E = P × t = 129,600,000 J)]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5]: Final Significant Figures Polish (1.3 × 10⁸ J Answer)]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13: The Engineering Toolkit (Synthesis Equation Map)]</a:t>
            </a:r>
          </a:p>
          <a:p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uzzle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formula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calculation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_part1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_part2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heat_tr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1_question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2_trap_con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3_power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4_energy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