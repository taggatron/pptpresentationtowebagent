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1: Title &amp; Hook]</a:t>
            </a:r>
          </a:p>
          <a:p/>
          <a:p>
            <a:r>
              <a:t>Title: The Physics of Ultra-Rapid EV Charging</a:t>
            </a:r>
          </a:p>
          <a:p>
            <a:r>
              <a:t>GCSE Physics (9-1) · Electricity, Energy Transfer &amp; High-Power Engineering</a:t>
            </a:r>
          </a:p>
          <a:p>
            <a:r>
              <a:t>Core topics covered:</a:t>
            </a:r>
          </a:p>
          <a:p>
            <a:r>
              <a:t>• Electrical Power (P = IV and P = I²R)</a:t>
            </a:r>
          </a:p>
          <a:p>
            <a:r>
              <a:t>• Charge Flow &amp; Energy (Q = It and E = QV)</a:t>
            </a:r>
          </a:p>
          <a:p>
            <a:r>
              <a:t>• Energy Transfer Rate (P = E / 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2: Activating Your Physics Toolkit (6-Question Grid)]</a:t>
            </a:r>
          </a:p>
          <a:p/>
          <a:p>
            <a:r>
              <a:t>Starter Activity: Knowledge Retrieval Practice (6-Question Grid)</a:t>
            </a:r>
          </a:p>
          <a:p>
            <a:r>
              <a:t>Questions &amp; Answers:</a:t>
            </a:r>
          </a:p>
          <a:p>
            <a:r>
              <a:t>1. What formula links electrical charge (Q), current (I), and time (t)?</a:t>
            </a:r>
          </a:p>
          <a:p>
            <a:r>
              <a:t>   → Answer: Q = I × t (Coulombs = Amps × seconds)</a:t>
            </a:r>
          </a:p>
          <a:p>
            <a:r>
              <a:t>2. What is the unit of electrical power, and what does 1 Watt equal in energy per second?</a:t>
            </a:r>
          </a:p>
          <a:p>
            <a:r>
              <a:t>   → Answer: Watt (W) = 1 Joule per second (1 J/s)</a:t>
            </a:r>
          </a:p>
          <a:p>
            <a:r>
              <a:t>3. What equation links energy transferred (E), charge (Q), and potential difference (V)?</a:t>
            </a:r>
          </a:p>
          <a:p>
            <a:r>
              <a:t>   → Answer: E = Q × V (Joules = Coulombs × Volts)</a:t>
            </a:r>
          </a:p>
          <a:p>
            <a:r>
              <a:t>4. A domestic kettle operates on 230 V mains and draws 10 A. Calculate its power rating.</a:t>
            </a:r>
          </a:p>
          <a:p>
            <a:r>
              <a:t>   → Answer: P = V × I = 230 V × 10 A = 2,300 W (2.3 kW)</a:t>
            </a:r>
          </a:p>
          <a:p>
            <a:r>
              <a:t>5. How much electrical energy is transferred when a 2.3 kW kettle boils water for 200 seconds?</a:t>
            </a:r>
          </a:p>
          <a:p>
            <a:r>
              <a:t>   → Answer: E = P × t = 2,300 W × 200 s = 460,000 J (460 kJ)</a:t>
            </a:r>
          </a:p>
          <a:p>
            <a:r>
              <a:t>6. If electrical current through a charging cable doubles, by what factor does resistive heat loss increase?</a:t>
            </a:r>
          </a:p>
          <a:p>
            <a:r>
              <a:t>   → Answer: Power quadruples (increases 4×, since P = I²R has a squared relationship)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[Build 1]: The Kettle Puzzle (Question Posed)]</a:t>
            </a:r>
          </a:p>
          <a:p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[Build 2]: The 152 Kettle Puzzle (~152 Simultaneous Kettles Answer Reveal)]</a:t>
            </a:r>
          </a:p>
          <a:p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4: Energy in Perspective (AI Queries vs Kettles vs EV)]</a:t>
            </a:r>
          </a:p>
          <a:p/>
          <a:p>
            <a:r>
              <a:t>Energy in Perspective: From AI Queries to Boiling Kettles &amp; EV Batteries</a:t>
            </a:r>
          </a:p>
          <a:p>
            <a:r>
              <a:t>Comparative Energy Demands:</a:t>
            </a:r>
          </a:p>
          <a:p>
            <a:r>
              <a:t>• 1 AI query: ~0.0003 kWh (1 kJ)</a:t>
            </a:r>
          </a:p>
          <a:p>
            <a:r>
              <a:t>• Boiling 1 domestic kettle: ~0.11 kWh (400 kJ)</a:t>
            </a:r>
          </a:p>
          <a:p>
            <a:r>
              <a:t>• 600 AI requests per month: ~0.69 kWh</a:t>
            </a:r>
          </a:p>
          <a:p>
            <a:r>
              <a:t>• Typical EV full battery charge: ~60–75 kWh (equivalent to boiling ~600 kettles)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1]: Electrical Power Formula Explained (P = E / t)]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2]: Student Task — Calculate Power for 3 Scenarios &amp; Check Battery Graphics]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3]: Power Dictates Charging Speed (Calculated Solutions &amp; Graphic Flaw Reveal)]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[Build 1]: Charge Flow (Q = It) &amp; Energy per Charge (E = QV)]</a:t>
            </a:r>
          </a:p>
          <a:p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[Build 2]: Electrical Power in Circuits (P = I × V)]</a:t>
            </a:r>
          </a:p>
          <a:p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[Build 1]: The Heat Trap Formula (P = I²R)]</a:t>
            </a:r>
          </a:p>
          <a:p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[Build 2]: The Heat Trap Warning Callout (Squared Resistance Dissipation)]</a:t>
            </a:r>
          </a:p>
          <a:p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8: The Voltage Solution (Outsmarting Resistance: 400V vs 800V)]</a:t>
            </a:r>
          </a:p>
          <a:p/>
          <a:p>
            <a:r>
              <a:t>The Voltage Solution: Outsmarting Resistance (400V vs. 800V)</a:t>
            </a:r>
          </a:p>
          <a:p>
            <a:r>
              <a:t>Delivering 350 kW without melting the cable:</a:t>
            </a:r>
          </a:p>
          <a:p>
            <a:r>
              <a:t>• Option A: Crank Current (I) → Cable becomes dangerously heavy and overheats.</a:t>
            </a:r>
          </a:p>
          <a:p>
            <a:r>
              <a:t>• Option B: Boost Voltage (V) → Why modern performance EVs use 800 V architectures.</a:t>
            </a:r>
          </a:p>
          <a:p>
            <a:r>
              <a:t>Worked example at 150 kW:</a:t>
            </a:r>
          </a:p>
          <a:p>
            <a:r>
              <a:t>• At 230 V: I = 150,000 ÷ 230 = 652 A (hazardous heat loss)</a:t>
            </a:r>
          </a:p>
          <a:p>
            <a:r>
              <a:t>• At 800 V: I = 150,000 ÷ 800 = 187.5 A (safe, lightweight, manageable cable)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9: Where Does the Lost Energy Go? (Sankey Diagram &amp; Cable Cooling)]</a:t>
            </a:r>
          </a:p>
          <a:p/>
          <a:p>
            <a:r>
              <a:t>Where Does the Lost Energy Go? (Sankey Diagram &amp; Cable Cooling)</a:t>
            </a:r>
          </a:p>
          <a:p>
            <a:r>
              <a:t>Key Concepts:</a:t>
            </a:r>
          </a:p>
          <a:p>
            <a:r>
              <a:t>• Conservation of energy: Input power = Useful battery storage + Dissipated thermal energy.</a:t>
            </a:r>
          </a:p>
          <a:p>
            <a:r>
              <a:t>• Active liquid cooling: Dialectric coolant channels circulating inside the charging cable to absorb resistive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10: The Examiner's Trap (Units &amp; Significant Figures)]</a:t>
            </a:r>
          </a:p>
          <a:p/>
          <a:p>
            <a:r>
              <a:t>The Examiner's Trap: Units &amp; Significant Figures</a:t>
            </a:r>
          </a:p>
          <a:p>
            <a:r>
              <a:t>High-Value Calculation Pitfalls:</a:t>
            </a:r>
          </a:p>
          <a:p>
            <a:r>
              <a:t>1. Time: Convert minutes/hours into seconds (s) before calculating energy.</a:t>
            </a:r>
          </a:p>
          <a:p>
            <a:r>
              <a:t>2. Prefixes:</a:t>
            </a:r>
          </a:p>
          <a:p>
            <a:r>
              <a:t>   • kW = 1,000 W</a:t>
            </a:r>
          </a:p>
          <a:p>
            <a:r>
              <a:t>   • MW = 1,000,000 W</a:t>
            </a:r>
          </a:p>
          <a:p>
            <a:r>
              <a:t>   • kJ = 1,000 J</a:t>
            </a:r>
          </a:p>
          <a:p>
            <a:r>
              <a:t>   • MJ = 1,000,000 J</a:t>
            </a:r>
          </a:p>
          <a:p>
            <a:r>
              <a:t>3. Significant Figures: Round only at the very final stage to match question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11: The EV Charging Network Matrix]</a:t>
            </a:r>
          </a:p>
          <a:p/>
          <a:p>
            <a:r>
              <a:t>The EV Charging Network Matrix: Voltage, Current, Power &amp; Time</a:t>
            </a:r>
          </a:p>
          <a:p>
            <a:r>
              <a:t>Comprehensive ecosystem synthesis comparing:</a:t>
            </a:r>
          </a:p>
          <a:p>
            <a:r>
              <a:t>• Domestic 3-Pin (230 V, 10 A, 2.3 kW)</a:t>
            </a:r>
          </a:p>
          <a:p>
            <a:r>
              <a:t>• Home Fast Wallbox (230 V / 400 V, 32 A, 7.4 kW / 22 kW)</a:t>
            </a:r>
          </a:p>
          <a:p>
            <a:r>
              <a:t>• Commercial Rapid DC (400 V, 125 A, 50 kW)</a:t>
            </a:r>
          </a:p>
          <a:p>
            <a:r>
              <a:t>• Motorway Ultra-Rapid DC (800 V, 350 A–500 A, 150–350 kW)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1]: The 6-Mark Challenge Prompt (Question &amp; Parameters)]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2]: Time Conversion Trap (45 min = 2,700 s)]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3]: Power Equation (P = I × V = 48,000 W)]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4]: Energy Equation (E = P × t = 129,600,000 J)]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5]: Final Significant Figures Polish (1.3 × 10⁸ J Answer)]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13: The Engineering Toolkit (Synthesis Equation Map)]</a:t>
            </a:r>
          </a:p>
          <a:p/>
          <a:p>
            <a:r>
              <a:t>The Engineering Toolkit: Interlocking Equation Synthesis Map</a:t>
            </a:r>
          </a:p>
          <a:p>
            <a:r>
              <a:t>Final consolidation map showing how the fundamental equations connect:</a:t>
            </a:r>
          </a:p>
          <a:p>
            <a:r>
              <a:t>• Q = I × t</a:t>
            </a:r>
          </a:p>
          <a:p>
            <a:r>
              <a:t>• E = Q × V</a:t>
            </a:r>
          </a:p>
          <a:p>
            <a:r>
              <a:t>• P = I × V</a:t>
            </a:r>
          </a:p>
          <a:p>
            <a:r>
              <a:t>• P = I² × R</a:t>
            </a:r>
          </a:p>
          <a:p>
            <a:r>
              <a:t>• P = E / 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uzzle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formula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calculation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power_p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heat_tr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1_questio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2_trap_con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3_power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4_energy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