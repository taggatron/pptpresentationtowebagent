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colleagues. Emphasise that this room holds decades of front-line pedagogical wisdom. We are not delivering a deficit-model training session; we are interrogating institutional assumptions together to elevate learning for every adult.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Knowles assumed an unencumbered, autonomous adult. In reality, mature students carry socioeconomic precarity, systemic microaggressions, or past academic scarring. We must design psychological safety intentionally.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Frame these not as student deficits, but as structural interfaces. Every barrier represents an institutional design friction that thoughtful pedagogy can alleviate.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Encourage radical candour. Green notes celebrate practical frontline genius; Amber notes pinpoint where university policies or assumptions create unnecessary roadblocks.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Choice in professional development mirrors choice in adult learning. Give participants autonomy to select the challenge that directly stretches their domain expertise.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Provocation: How do we move from compliance-based classroom management to professional self-regulation in high-stakes practicals?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Provocation: How can we offer genuine temporal flexibility without creating unsustainable 60-hour working weeks for faculty?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Provocation: Does academic rigour live in the 3,000-word written essay, or does it live in the depth of critical evaluation demonstrated?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 one leaves with abstract theory. This slide bridges professional dialogue into immediate classroom operational change.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Highlight that experienced teachers need space to wrestle with complex edge cases, while newer colleagues benefit from immediate, high-leverage procedural templates.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Thank colleagues for their vulnerability and expertise. Remind everyone that inclusive andragogy is not an endpoint or checklist—it is an ongoing scholarly discipline practiced in community.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