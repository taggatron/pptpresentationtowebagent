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659" r:id="rId4"/>
  </p:sldMasterIdLst>
  <p:notesMasterIdLst>
    <p:notesMasterId r:id="rId35"/>
  </p:notesMasterIdLst>
  <p:sldIdLst>
    <p:sldId id="293" r:id="rId5"/>
    <p:sldId id="362" r:id="rId6"/>
    <p:sldId id="363" r:id="rId7"/>
    <p:sldId id="355" r:id="rId8"/>
    <p:sldId id="313" r:id="rId9"/>
    <p:sldId id="264" r:id="rId10"/>
    <p:sldId id="304" r:id="rId11"/>
    <p:sldId id="266" r:id="rId12"/>
    <p:sldId id="267" r:id="rId13"/>
    <p:sldId id="366" r:id="rId14"/>
    <p:sldId id="367" r:id="rId15"/>
    <p:sldId id="314" r:id="rId16"/>
    <p:sldId id="299" r:id="rId17"/>
    <p:sldId id="274" r:id="rId18"/>
    <p:sldId id="270" r:id="rId19"/>
    <p:sldId id="298" r:id="rId20"/>
    <p:sldId id="334" r:id="rId21"/>
    <p:sldId id="341" r:id="rId22"/>
    <p:sldId id="342" r:id="rId23"/>
    <p:sldId id="352" r:id="rId24"/>
    <p:sldId id="343" r:id="rId25"/>
    <p:sldId id="357" r:id="rId26"/>
    <p:sldId id="360" r:id="rId27"/>
    <p:sldId id="345" r:id="rId28"/>
    <p:sldId id="344" r:id="rId29"/>
    <p:sldId id="284" r:id="rId30"/>
    <p:sldId id="312" r:id="rId31"/>
    <p:sldId id="358" r:id="rId32"/>
    <p:sldId id="353" r:id="rId33"/>
    <p:sldId id="348" r:id="rId34"/>
  </p:sldIdLst>
  <p:sldSz cx="9144000" cy="5143500" type="screen16x9"/>
  <p:notesSz cx="6797675" cy="9926638"/>
  <p:embeddedFontLst>
    <p:embeddedFont>
      <p:font typeface="Amatic SC" pitchFamily="2" charset="-79"/>
      <p:regular r:id="rId36"/>
      <p:bold r:id="rId37"/>
    </p:embeddedFont>
    <p:embeddedFont>
      <p:font typeface="Segoe UI" panose="020B0502040204020203" pitchFamily="34" charset="0"/>
      <p:regular r:id="rId38"/>
      <p:bold r:id="rId39"/>
      <p:italic r:id="rId40"/>
      <p:boldItalic r:id="rId41"/>
    </p:embeddedFont>
    <p:embeddedFont>
      <p:font typeface="Source Code Pro" panose="020B0509030403020204" pitchFamily="49" charset="0"/>
      <p:regular r:id="rId42"/>
      <p:bold r:id="rId43"/>
      <p:italic r:id="rId44"/>
      <p:boldItalic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2168CD2-F69B-47F8-A9FC-888F6A8AA48D}">
  <a:tblStyle styleId="{72168CD2-F69B-47F8-A9FC-888F6A8AA48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35B628F-8E8A-4112-AD2D-F75573B37D03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48"/>
  </p:normalViewPr>
  <p:slideViewPr>
    <p:cSldViewPr snapToGrid="0">
      <p:cViewPr>
        <p:scale>
          <a:sx n="110" d="100"/>
          <a:sy n="110" d="100"/>
        </p:scale>
        <p:origin x="984" y="9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4.fntdata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font" Target="fonts/font7.fntdata"/><Relationship Id="rId47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font" Target="fonts/font10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1.fntdata"/><Relationship Id="rId49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font" Target="fonts/font9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43" Type="http://schemas.openxmlformats.org/officeDocument/2006/relationships/font" Target="fonts/font8.fntdata"/><Relationship Id="rId48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font" Target="fonts/font3.fntdata"/><Relationship Id="rId46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font" Target="fonts/font6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05T13:43:55.284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3,'105'-1,"-3"-1,186 21,-194-9,1-5,101-7,-55 0,-4-1,154 6,-210 9,-53-6,48 2,626-7,-339-3,-334 1,1-2,35-8,-7 0,-32 6,-4-1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05T13:44:00.925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82,'106'0,"15"-2,167 20,-174-8,194-7,-147-6,189 6,379-7,-547-8,56-1,-124 14,158-2,-236-3,0-2,0-2,45-14,-49 12,1 1,1 1,-1 2,45-2,-32 7,168 5,-194-1,-1 1,1 1,-1 1,32 14,38 10,-60-23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05T13:44:03.144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1,'0'4,"0"6,5 11,1 5,4 8,1 7,-3 5,-1 8,-3 9,-1 6,-2 1,-1-2,0-5,-1-8,1-9,-1-8,1-10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05T13:44:03.862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0,'5'0,"10"0,11 0,11 0,7 0,6 0,-2 0,0 0,-3 0,-10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05T13:44:04.567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1,'9'0,"7"0,6 0,3 0,2 0,1 0,-5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05T13:44:05.396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1,'4'0,"11"0,11 0,11 0,7 0,6 0,7 0,-1 0,-11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05T13:44:06.334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303 1,'-4'4,"-7"11,-5 2,-9 8,-5 4,-1 1,4 0,2 0,2-6,3-2,2-1,4 1,-1-3,-2-5,2-1,4-2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05T13:44:07.120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1,'3'0,"0"1,0 0,0-1,0 1,-1 0,1 0,0 1,-1-1,1 1,-1-1,0 1,1 0,-1 0,4 4,29 36,-27-31,84 124,-71-98,3-1,1-1,58 61,-73-87,1-1,0-1,1 0,0 0,15 5,26 16,-36-16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05T13:44:08.833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0,'4'1,"-1"-1,0 1,1 0,-1 0,0 0,1 0,-1 1,0-1,0 1,0 0,0 0,0 0,0 0,-1 0,1 1,-1-1,0 1,1 0,-1-1,0 1,-1 0,1 0,0 1,-1-1,2 5,3 9,-1-1,0 1,4 29,-1 22,-1 77,-7-100,2 1,1 0,3-1,2 0,14 46,-11-57,-1-5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05T13:44:09.707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0,'4'0,"11"0,12 5,5 1,2 0,4-2,0 4,-2 0,-2-2,-8-1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05T13:44:10.956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22 319,'-3'4,"-4"-13,-3-14,9 18,1-1,0 1,0 0,0 0,1 0,0-1,0 1,0 0,0 0,1 0,0 1,0-1,5-9,47-60,-29 41,-12 15,-6 7,0 1,0 1,1-1,11-8,-15 14,0 1,1 1,-1-1,0 1,1-1,0 1,0 1,-1-1,1 1,0-1,0 1,0 1,8-1,64 2,-54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05T13:44:13.194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361 101,'-1'-3,"0"0,0 0,0 0,0 0,-1 0,1 1,-1-1,0 0,0 1,0-1,0 1,0 0,-1 0,1 0,-4-3,-40-27,41 29,0 0,0 0,0 0,0 1,0 0,-1 0,1 0,-1 1,1 0,-1 0,0 0,1 1,-1 0,0 0,0 0,1 1,-1 0,0 0,-9 3,5 1,1 0,0 0,0 1,0 1,1-1,0 2,0-1,0 1,-9 13,7-10,1 0,1 1,0 0,0 1,-11 26,17-35,1 1,0 0,0 0,0 1,0-1,1 0,0 0,0 0,0 0,1 0,-1 1,1-1,1 0,-1 0,1 0,0-1,0 1,0 0,0-1,4 5,-2-3,0 0,0-1,0 1,1-1,0-1,0 1,0 0,1-1,-1 0,1-1,0 1,8 2,-12-5,0 0,0-1,1 1,-1-1,1 0,-1 1,0-1,1 0,-1-1,1 1,-1 0,0-1,1 1,-1-1,0 0,1 1,-1-1,0 0,0-1,0 1,0 0,0-1,0 1,0-1,-1 1,1-1,0 0,-1 0,1 0,-1 0,0 0,0 0,1 0,-1 0,-1 0,1-1,1-2,1-6,0 1,-1-1,0 1,-1-1,0 1,0-1,-3-18,2 16,0 1,0-1,1 0,4-21,-5 32,1 0,-1 0,0 1,1-1,-1 0,1 0,0 0,0 0,-1 0,1 1,0-1,1 0,-1 1,0-1,0 1,1-1,-1 1,1-1,-1 1,1 0,-1 0,1 0,0 0,0 0,0 0,-1 0,1 1,0-1,0 1,0-1,0 1,0 0,0 0,0 0,0 0,0 0,0 0,0 0,0 1,0-1,0 1,0-1,0 1,-1 0,1 0,0 0,0 0,-1 0,4 2,6 5,1 1,-1 0,-1 0,1 1,14 18,140 177,-149-187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05T13:44:14.275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479 111,'0'-5,"0"1,-1 0,1 0,-1-1,0 1,0 0,-1 0,1 0,-1 0,0 0,0 0,0 1,0-1,-1 1,1-1,-1 1,0 0,0 0,0 0,0 0,-1 1,1-1,-1 1,0 0,0 0,1 0,-1 1,0-1,-1 1,-7-2,-11-1,0 1,0 0,0 2,-34 2,38-1,2 0,0 1,-1 0,1 2,0-1,0 2,1 1,-26 9,37-12,1 0,0 1,0-1,0 1,0 0,1 0,-1 0,1 0,0 1,0-1,0 1,0 0,1 0,-1 0,1 0,0 0,0 1,1-1,-1 0,1 1,0 0,0-1,0 1,1 0,0-1,0 1,0 0,0-1,1 1,0 0,0-1,1 6,1-1,0 0,0 0,1-1,0 1,0-1,1 1,0-2,1 1,0 0,0-1,0 0,9 7,11 7,1 0,33 18,19 14,-40-26,-22-19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05T13:44:15.458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 0,'-2'190,"5"201,-1-372,1 0,1 0,0 0,1-1,1 0,1 0,1 0,10 18,89 127,-94-145,-10-14,-1-1,0 0,1 0,-1 0,1 0,0-1,0 1,0-1,0 1,0-1,1 0,-1 0,0-1,1 1,0-1,4 2,-4-3,-1 0,1 0,-1 0,0-1,1 1,-1-1,1 0,-1 0,0 0,1 0,-1-1,0 1,0-1,0 0,0 0,0 0,4-5,11-9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05T13:44:16.362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51,'4'0,"11"0,16 0,20 0,16 0,9-5,0-5,-3-2,-10 2,-11 2,-14 3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05T13:44:17.185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1,'0'13,"0"9,0 10,0 8,0 2,0 3,0 2,0-2,0 0,4-8,3-5,-2-8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05T13:44:17.731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05T13:44:19.355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270 78,'0'-3,"-1"1,0-1,0 0,0 0,0 1,-1-1,1 0,-1 1,0-1,1 1,-1 0,0 0,0 0,-1 0,1 0,0 0,-1 0,1 1,-1-1,1 1,-1-1,0 1,-4-1,-7-4,-1 1,0 1,-18-4,28 8,1-1,0 0,-1 1,1 0,0 0,-1 0,1 1,0-1,0 1,-1 0,1 0,0 0,0 1,0 0,0-1,0 1,1 1,-1-1,-5 5,4-2,0 0,1 1,0 0,0 0,0 0,1 0,-1 0,2 1,-1-1,1 1,-2 8,0 4,1 0,0 0,2 0,0 0,1 1,1-1,1 0,6 24,-5-28,1 0,0 0,2-1,-1 1,12 18,-13-27,1 1,0-1,0-1,0 1,1-1,0 0,0 0,0-1,1 1,-1-1,1-1,13 6,-11-5,1 0,0-1,0 0,0-1,0 0,0-1,1 0,-1 0,0-1,1-1,-1 1,0-2,1 1,15-6,-20 5,0-1,-1 0,1 0,-1 0,1-1,-1 0,0 0,-1 0,1 0,-1-1,0 0,0 0,0 0,-1 0,1-1,-1 1,0-1,-1 0,0 0,0 0,0 0,-1 0,1 0,-1-11,3-32,-2-1,-7-83,4 126,0 0,-1 1,0-1,0 0,-5-10,-4-6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05T13:44:21.177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38,'0'474,"2"-535,3 0,2 0,3 1,29-94,-38 148,1 0,0 0,0 0,1 0,-1 1,1-1,1 1,-1-1,1 1,0 0,0 0,0 1,1-1,0 1,0 0,0 0,0 1,0 0,1-1,0 2,-1-1,1 1,0 0,0 0,0 0,1 1,-1 0,0 0,1 1,-1 0,0 0,1 0,-1 1,0 0,0 0,1 0,9 5,-5-1,0 2,0-1,-1 1,1 1,-2 0,1 0,-1 1,0 0,-1 1,0 0,9 15,4 9,-2 1,18 47,-27-58,1-1,1-1,1 0,0 0,2-1,23 25,-33-40,0-1,0 0,0-1,0 1,1-1,0 0,0 0,0-1,0 0,0 0,1 0,-1-1,1 0,0 0,0-1,0 0,0 0,0 0,0-1,0 0,0 0,0-1,-1 0,1 0,0-1,0 0,12-5,7-5,-4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05T13:44:32.944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2882 33,'-5'0,"-1"1,0 1,1-1,-1 1,1 0,-1 1,1-1,0 1,-7 5,-35 14,9-17,0 0,-1-3,1-1,-49-5,-12 1,-18 1,-131 5,233-1,1 1,-1 0,1 1,-21 9,21-8,-1 1,1-2,-1 0,-24 3,21-6,-1 0,1 0,-1-2,0 0,1-1,-1-2,1 1,0-2,-21-8,-18-12,-45-18,81 38,-1 1,0 1,0 0,-37 2,33 1,-1-2,-46-7,24 2,-1 2,0 2,0 2,-58 7,103-5,-138 11,-97 3,123-18,-157 5,259 0,0 1,0 0,1 1,-1 0,1 1,0 1,-25 14,22-9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05T13:44:36.895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4189 1,'-15'1,"1"1,0 0,0 1,0 1,-16 6,-21 5,-48 13,66-18,1-1,-1-1,0-2,-67 4,63-10,-41-2,-137 17,118-6,-190-6,157-5,-1301 2,1264-14,-4 1,169 13,-47 1,-1-3,-82-12,-87-23,144 25,45 6,-1 2,-33-1,-75-8,0 0,-2 14,118-1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05T13:44:43.019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3192 1,'0'3,"-1"1,1-1,-1 0,0 1,0-1,0 0,-1 0,1 0,-1 0,1 0,-1 0,0 0,0-1,0 1,0 0,-1-1,1 0,-1 0,0 1,1-2,-1 1,0 0,0 0,0-1,-5 2,-11 4,0 0,-1-1,-25 3,0 2,-25 7,-100 13,22-6,58-6,-1-4,-1-5,-125-1,-321-10,295 1,227-1,0-1,0-1,0 0,0-1,0-1,1-1,-17-8,9 4,-46-12,-5 4,26 5,-1 3,-89-9,14 17,64 3,-1-3,-74-12,76 7,-1 2,-104 5,63 2,78-2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05T13:44:46.439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6 178,'2'1,"1"-1,0 1,-1 0,1 0,-1 0,0 1,1-1,-1 1,0-1,0 1,0 0,0 0,0 0,0 0,-1 0,1 0,-1 0,1 0,-1 1,0-1,2 4,20 56,-11-14,-3 0,-1 0,1 91,-9-130,0-1,0 1,1-1,0 1,0-1,1 1,0-1,1 0,0 0,0 0,1 0,0 0,9 13,-33-67,7 19,1-2,2 1,0-2,2 1,1-1,2 0,-3-44,4 49,-1 0,-9-30,6 31,2-1,-4-34,7 39,1 11,1 0,-1 0,2 0,-1 0,1 0,1-1,0 1,0 0,0 0,4-10,-4 19,0-1,-1 1,1-1,-1 1,1-1,0 1,0-1,-1 1,1 0,0 0,0-1,-1 1,1 0,0 0,0 0,0 0,-1 0,1 0,0 0,0 0,0 0,0 0,-1 0,1 0,0 1,0-1,-1 0,1 1,0-1,0 0,-1 1,1-1,0 1,-1-1,1 1,-1-1,2 2,29 28,-24-23,64 61,-29-31,-2 3,49 62,-63-50,-24-45,1 0,0 0,1 0,0 0,0-1,0 1,1-1,5 6,-9-11,0-1,-1 0,1 0,0 1,0-1,-1 0,1 0,0 0,0 0,-1 0,1 0,0 0,-1 0,1 0,0 0,0-1,-1 1,1 0,0 0,-1-1,1 1,0 0,-1-1,1 1,-1-1,1 1,0-1,-1 1,1-1,-1 1,1-1,-1 1,0-1,1 0,-1 1,0-1,1 0,-1 1,0-1,0 0,1-1,14-37,-12 31,35-102,42-99,-79 206,0 0,0 1,1-1,-1 0,1 0,0 1,0-1,0 1,0-1,0 1,0 0,0 0,1 0,-1 0,1 0,0 1,-1-1,1 1,0-1,0 1,0 0,0 0,0 1,0-1,0 1,0-1,0 1,1 0,-1 0,0 0,0 1,0-1,0 1,0-1,0 1,0 0,0 0,0 1,0-1,0 1,-1-1,1 1,3 2,6 5,0 0,-1 1,0 0,0 1,-1 0,-1 1,15 23,14 30,-3 1,-4 2,39 118,-61-155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05T13:44:48.80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401 85,'0'-2,"-1"0,0 0,0 0,0 1,0-1,0 0,0 1,-1-1,1 1,-1-1,1 1,-1 0,1 0,-1-1,1 1,-4-1,-34-19,35 19,-11-4,1 0,-1 1,-1 1,1 0,-1 1,-27-2,9 4,0 1,-35 5,66-5,0 0,1 1,-1-1,1 1,-1 0,1 0,-1 0,1 0,-1 0,1 1,0-1,0 0,0 1,0 0,0 0,0-1,0 1,0 0,1 1,-2 1,0 1,1 0,0 0,0-1,1 2,-1-1,1 0,0 0,1 0,-1 10,1-3,1 1,1-1,-1 1,2-1,0 0,0 0,1 0,7 14,2-2,2-1,0 0,1-2,20 21,-26-31,0 0,1-1,0-1,1 0,0 0,1-1,-1-1,1 0,17 6,-25-12,1 0,-1 0,1 0,-1-1,1 0,-1 0,1-1,-1 1,1-1,-1 0,1-1,-1 1,0-1,0 0,0-1,0 1,7-5,8-6,0-1,28-27,-34 29,-10 8,18-14,35-41,-53 55,0-1,0 0,0 0,-1-1,0 1,0 0,0-1,-1 0,0 0,0 0,0 0,-1 0,0 0,0 0,0-7,-1 11,0 1,0 0,0 0,0 0,0 0,0 0,0-1,0 1,-1 0,1 0,0 0,-1 0,1 0,-1 0,1 0,-1 0,1 0,-1 0,0 0,0 0,1 0,-1 1,0-1,0 0,0 0,0 1,0-1,0 1,0-1,0 1,0-1,0 1,0 0,0-1,0 1,-1 0,1 0,0 0,0 0,0 0,-2 0,1 1,0-1,1 1,-1 0,0 0,0 0,1 0,-1 0,1 0,-1 0,1 0,-1 1,1-1,0 1,0-1,0 1,0-1,0 1,0 0,0 0,0-1,1 1,-1 0,1 0,-1 0,1 2,-1 7,0 0,1 0,1 0,0 0,0 1,1-1,0-1,1 1,1 0,-1-1,2 1,-1-1,2 0,-1-1,1 1,1-1,-1 0,1-1,1 1,0-1,0-1,1 0,10 8,6 2,-3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05T13:44:50.380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3 150,'0'355,"-1"-422,-1 10,11-96,-7 136,1 1,1 0,0 0,1 0,1 1,0-1,1 1,1 0,0 1,15-19,-20 29,0 1,0 0,0 0,0 0,1 0,0 1,-1-1,1 1,0 0,0 0,0 0,0 1,1-1,-1 1,0 0,1 1,-1-1,0 1,1-1,-1 1,1 1,-1-1,1 0,-1 1,0 0,8 3,8 3,0 1,-1 1,0 1,24 16,-16-10,-11-7,0 1,-1 1,23 19,-34-25,1 0,-1 0,0 0,0 0,0 1,-1 0,0 0,0 0,0 0,-1 0,0 0,0 1,2 10,22 300,-20-283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05T13:45:00.352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1,'1'13,"2"1,-1 0,2-1,0 1,0-1,12 21,0 6,-6-11,1-1,2 1,0-2,19 26,-27-45,0 0,1-1,1 0,-1 0,1-1,0 0,0 0,1 0,-1-1,1 0,1-1,-1 0,1 0,-1-1,1 0,0 0,14 2,32 0,0-3,102-8,-152 6,0 0,-1-1,1 1,0-1,0 0,-1-1,1 1,-1-1,1 0,-1 0,0 0,0 0,0-1,0 0,0 0,0 0,-1 0,1-1,-1 1,0-1,3-5,-2 1,-1-1,1 1,-2-1,1 0,-2 0,1 0,-1 0,0 0,-1 0,-1-12,-1-21,0 25,2 0,1-30,-1 47,1 0,-1 0,0 0,0-1,0 1,0 0,0 0,0 0,0 0,0-1,0 1,1 0,-1 0,0 0,0 0,0 0,0-1,1 1,-1 0,0 0,0 0,0 0,0 0,1 0,-1 0,0 0,0 0,0 0,1 0,-1 0,0 0,0 0,0 0,1 0,-1 0,0 0,0 0,0 0,1 0,-1 0,0 0,0 0,0 0,0 0,1 1,-1-1,0 0,0 0,0 0,0 0,0 0,1 1,-1-1,0 0,0 0,0 0,0 0,0 1,0-1,0 0,0 0,0 0,0 1,0-1,0 0,13 17,-10-13,10 14,12 18,44 46,-48-61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05T13:45:02.273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583 59,'-13'-1,"1"-1,-1 0,1-1,0 0,-22-9,-36-9,-40 7,97 13,-1 1,1 0,0 1,0 0,0 1,-17 5,28-7,0 1,1-1,-1 1,0 0,1 0,-1 0,0 0,1 0,-1 0,1 1,-1-1,1 0,0 1,0-1,0 1,-1 0,1-1,1 1,-1 0,0-1,0 1,0 4,0-2,1 1,-1-1,1 1,0 0,1-1,-1 1,1-1,0 1,2 6,4 8,1-1,0 1,16 23,16 18,58 67,1 2,-87-112,-1 1,-1 1,0 0,-2 0,0 1,7 25,-12-31,0 0,-1 0,0 0,-1 0,-1 0,0 0,-1 0,-1 0,0 0,-5 19,5-29,0 1,0-1,0 0,0 0,-1 0,0 0,0 0,0-1,0 1,0-1,-1 0,0 0,1 0,-1 0,0-1,-1 0,1 1,0-1,-9 2,-9 3,1-2,-1-1,-24 3,5-1,21-2,-1-1,1-1,0-1,-1 0,1-2,0 0,-22-5,36 5,0-1,0 1,1-1,-1 0,1-1,-1 1,1-1,0 0,0 0,0-1,0 0,1 0,0 0,-1 0,1 0,1-1,-1 0,1 0,0 0,0 0,0 0,1-1,-1 1,1-1,1 0,-1 0,1 1,-1-9,2 13,-2-14,0 1,2 0,-1-1,4-21,-3 33,0 0,1 0,-1 0,1 0,0 0,0 1,0-1,0 0,1 1,-1-1,1 0,0 1,-1 0,1-1,0 1,0 0,0 0,1 0,-1 0,1 1,-1-1,1 1,-1-1,1 1,0 0,-1 0,1 0,0 0,3 0,33-3,0 2,53 3,-48 1,75-8,83-28,-167 30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05T13:45:03.782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364 74,'0'-2,"0"0,0 0,-1 0,1 0,-1 0,1 0,-1 1,0-1,0 0,0 0,0 1,0-1,0 0,0 1,0-1,-1 1,1 0,-3-3,-1 0,-1 1,1 0,0 0,-1 0,1 1,-8-3,0 1,-1 1,1 0,-1 1,1 0,-17 1,23 2,0 0,0 0,0 1,0 0,0 1,0-1,1 1,-1 1,1-1,0 1,0 0,0 0,1 1,-1 0,1 0,0 0,1 0,-1 1,-3 6,-6 9,1 0,2 1,0 0,-10 29,19-46,0-1,1 1,0-1,0 1,0-1,0 1,1 0,-1-1,1 1,0 0,1-1,-1 1,1-1,0 1,0 0,1-1,-1 0,1 1,0-1,2 4,2 0,-1-1,1-1,1 1,-1-1,1 0,0-1,1 1,-1-1,15 6,2 3,1-2,0 0,1-2,0-1,0-1,1-1,0-1,32 2,-56-8,0 1,1-1,-1 0,0 0,0-1,0 1,0-1,0 1,0-1,0 0,0 0,0-1,0 1,0 0,0-1,-1 0,1 0,0 0,-1 0,0 0,0 0,1 0,-1-1,0 1,-1-1,1 0,0 1,-1-1,0 0,2-6,0-5,0-1,-2 1,0-1,0 1,-3-26,1 25,0 1,1 0,1 0,2-15,-3 27,1 1,-1-1,0 1,1 0,-1-1,1 1,-1 0,1 0,-1-1,1 1,0 0,0 0,0 0,0 0,0 0,0 0,0 0,0 0,0 0,0 0,0 1,0-1,1 0,1 0,0 1,-1 0,0 0,0 0,0 0,1 0,-1 1,0-1,0 1,0 0,0-1,0 1,0 0,0 0,2 2,9 5,-1 1,-1 1,18 18,-25-24,26 29,-2 1,-1 2,27 47,-31-46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05T13:45:04.689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344 28,'-4'-3,"-1"0,1 0,-1 1,1-1,-1 1,0 0,0 0,0 0,0 1,0 0,0 0,-1 0,-5 0,-1 1,1-1,-1 1,1 1,-1 0,-12 3,14 0,1-1,-1 2,1-1,-1 2,1-1,1 1,-1 0,1 1,0 0,1 0,-1 1,1 0,1 0,0 1,0-1,-7 15,6-10,1 0,0 1,0-1,2 1,-1 1,2-1,0 0,1 1,0 0,1-1,1 21,3-25,-1 1,1-1,1 0,0 0,0 0,1 0,0-1,0 0,1 0,1 0,12 13,-8-10,0-1,1 0,0 0,1-1,0-1,0 0,18 7,-8-6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05T13:45:05.874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1,'0'5,"-1"64,3-1,3 0,20 106,-17-132,-3 0,-1-1,-2 52,6 68,-4-131,2 0,0-1,2 1,1-2,2 1,0-1,2-1,1 0,30 42,-42-67,0 1,0-1,0 1,0-1,1 0,-1 0,1 0,-1 0,1-1,0 1,-1-1,1 1,0-1,0 0,0 0,0 0,1-1,-1 1,0-1,0 0,0 0,0 0,1 0,-1 0,0-1,0 1,0-1,0 0,0 0,0 0,0 0,0 0,0-1,0 0,-1 1,1-1,-1 0,1 0,-1 0,0-1,0 1,0 0,0-1,0 0,0 1,-1-1,1 0,-1 0,0 0,0 0,0 0,0 0,0 0,-1 0,1-6,1-16,-1 2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05T13:45:06.82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1 107,'4'0,"11"0,12-9,5-2,2-1,0-1,-2 0,-2 4,-1 2,-1-1,-2-5,-4 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05T13:45:08.040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17 1,'-1'0,"0"0,0 1,0-1,0 1,0 0,0-1,0 1,1 0,-1 0,0-1,0 1,0 0,1 0,-1 0,1 0,-1 0,1 0,-1 0,1 0,-1 0,1 0,0 0,-1 0,1 1,0-1,0 0,0 0,0 0,0 0,0 0,0 1,1 0,3 45,-4-45,5 21,0-1,2 1,1-1,0 0,2 0,0-1,1-1,2 0,0 0,1-1,20 21,-30-36,0 0,0 0,1 0,0-1,-1 1,1-1,1 0,-1-1,0 1,1-1,-1 0,1 0,0-1,-1 0,1 0,0 0,7 0,-6-2,1 0,-1 0,1-1,-1 0,0 0,0-1,0 0,0 0,-1-1,1 0,-1 0,0 0,6-6,29-21,37-32,-70 56,-1-1,0 1,0-1,0-1,-1 0,9-16,-8 4,-6 3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05T13:45:09.13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6 109,'0'288,"-2"-359,-1 42,2 1,2-1,0 0,9-45,-8 67,1 0,0 0,0 1,0-1,1 1,0 0,0 0,1 0,-1 1,1-1,0 1,1 0,10-7,-8 6,1 0,1 1,-1 0,1 1,0 0,0 0,0 1,18-3,-2 3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05T13:45:09.870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52 0,'-4'5,"-2"14,0 9,2 4,-4 1,0-1,1-1,2-1,2-7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05T13:45:10.240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11,'0'-4,"0"-2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05T13:45:11.802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0,'11'13,"-1"1,-1 0,0 0,0 1,-2 0,0 0,0 1,-2 0,7 29,-5-11,-1 0,2 55,-10-134,-1 7,4-43,0 71,0 0,1 0,0 0,0 0,1 0,0 1,1-1,0 1,7-12,-8 17,1 1,-1-1,1 0,0 1,0 0,1 0,-1 0,1 1,-1-1,1 1,0 0,0 1,0-1,0 1,0 0,0 0,0 0,1 1,-1 0,0 0,0 0,5 1,1 0,0 0,0 1,-1 0,1 1,-1 0,0 1,0 0,0 0,16 10,11 13,54 51,-77-65,-1 1,-1 1,0-1,-1 2,-1 0,15 29,-18-26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05T13:45:13.874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391 152,'-1'-5,"1"1,-2-1,1 1,0-1,-1 1,0-1,0 1,0 0,-1 0,1 0,-1 0,0 0,0 1,0-1,-1 1,1 0,-1 0,0 0,0 0,-5-2,-11-7,-1 1,-35-14,46 21,0 0,0 1,0 0,0 1,-1 0,1 1,0 0,-20 1,27 0,-1 0,0 1,1 0,0 0,-1 0,1 0,0 0,-1 1,1-1,0 1,0 0,0 0,0 0,0 0,1 1,-1-1,1 1,0-1,-1 1,1 0,0 0,1 0,-1 0,0 0,1 1,0-1,0 0,0 1,-1 3,-1 14,0 0,2-1,0 1,2 0,4 34,24 101,-29-156,3 12,-1 0,2-1,0 1,0-1,1 0,11 20,-14-29,0 0,0 1,0-1,0 0,0 0,0 0,0 0,1 0,-1-1,1 1,-1-1,1 0,0 1,0-1,-1 0,1-1,0 1,0 0,0-1,0 0,0 1,0-1,0 0,0-1,0 1,0 0,0-1,-1 0,1 0,0 0,0 0,0 0,2-2,10-4,0 0,-1-1,0-1,-1 0,1-1,-2-1,0 0,13-15,-18 19,-1-1,0 0,-1-1,0 0,0 1,-1-1,0-1,-1 1,0-1,0 1,-1-1,0 0,-1 0,0-15,-5-10,-4 51,-6 58,11 116,5-135,-2 0,-9 62,6-101,-1 1,0-1,-1 0,0 0,-2 0,-14 26,18-37,0 0,0-1,0 1,0-1,-1 0,1 0,-1 0,0 0,-1-1,1 1,-1-1,1 0,-1-1,0 1,0-1,0 0,0 0,0-1,-1 1,1-1,0 0,-1-1,1 1,-10-1,3-2,1 0,-1-1,0-1,1 1,-1-2,1 0,0 0,1-1,-1 0,1-1,0 0,-17-16,24 19,0 1,0 0,0-1,1 0,-1 0,1 0,0 0,0 0,0 0,1 0,-1-1,1 1,0-1,0 1,0-8,2 7,-1 1,1-1,0 1,1-1,-1 1,1-1,0 1,0 0,0 0,0 0,1 0,0 0,-1 1,1-1,1 1,-1-1,1 1,4-3,6-3,0 0,0 1,1 1,-1 0,2 1,-1 1,1 1,27-6,-19 5,0-1,-1-1,25-11,31-21,88-40,-129 59,-26 10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05T13:45:30.182"/>
    </inkml:context>
    <inkml:brush xml:id="br0">
      <inkml:brushProperty name="width" value="0.1" units="cm"/>
      <inkml:brushProperty name="height" value="0.2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1 56,'85'0,"92"2,332-41,-408 28,1 4,139 7,-87 3,216 22,-299-13,-45-6,49 3,88 5,51 0,-87-16,191 4,-174 10,51 1,206-13,-374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05T13:45:32.986"/>
    </inkml:context>
    <inkml:brush xml:id="br0">
      <inkml:brushProperty name="width" value="0.1" units="cm"/>
      <inkml:brushProperty name="height" value="0.2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1,'2'39,"2"0,2 1,1-2,2 1,2-1,1 0,2-1,26 49,6-1,4-1,73 93,-112-161,1-1,1 0,0 0,23 18,-29-29,-1 1,1-1,0-1,0 1,1-1,-1 0,1-1,-1 0,1 0,0-1,0 0,-1 0,16-1,-13 1,-1-1,1-1,0 0,-1 0,1-1,-1 0,1-1,-1 0,0 0,0-1,0 0,-1-1,1 0,-1 0,0-1,-1 0,1 0,-1-1,0 1,-1-2,0 1,0-1,0 0,-1 0,0-1,-1 1,0-1,0 0,-1 0,0-1,-1 1,0-1,1-11,1-21,-3-54,-1 52,5-49,9-89,-12 145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05T13:45:37.067"/>
    </inkml:context>
    <inkml:brush xml:id="br0">
      <inkml:brushProperty name="width" value="0.1" units="cm"/>
      <inkml:brushProperty name="height" value="0.2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682 22,'-241'-18,"224"16,9 1,0 1,1-1,-1 1,0 1,0-1,1 1,-1 1,1-1,-1 1,1 1,-1-1,1 1,0 0,0 1,-9 6,8-4,1 1,1-1,-1 1,1 0,1 1,-1-1,1 1,0 0,1 1,0-1,0 1,-3 14,1 3,1 0,1 0,2 1,1-1,0 1,2 0,2-1,6 35,-5-49,-1-1,2 0,-1 0,2 0,6 11,-6-14,-1 1,-1 0,1 0,-1 1,-1-1,5 20,-8-25,1-1,-1 1,0-1,0 1,-1-1,1 1,-1-1,0 0,1 1,-2-1,1 0,0 0,0 0,-1 1,0-1,0-1,-3 5,1-2,0-1,-1 0,1 0,-1-1,0 0,0 1,-1-1,1-1,-8 3,-6 2,0-2,0-1,-1 0,-38 2,19-5,3-1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05T13:45:38.411"/>
    </inkml:context>
    <inkml:brush xml:id="br0">
      <inkml:brushProperty name="width" value="0.1" units="cm"/>
      <inkml:brushProperty name="height" value="0.2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0 321,'22'-1,"-1"-1,28-7,24-2,-21 9,-29 2,-1-1,0-2,1 0,24-6,-41 7,0 0,0 0,0-1,0 0,-1 0,1 0,-1-1,0 0,0 0,0 0,0-1,-1 1,1-1,-1 0,-1-1,1 1,-1-1,6-11,-5 8,-1 0,0 0,-1 0,0 0,0-1,-1 1,0-1,0 1,-1-1,-2-11,2 17,-1 1,0-1,0 0,0 1,0-1,0 1,-1 0,0-1,0 1,0 0,0 0,0 0,0 0,-1 0,1 1,-1-1,0 1,0 0,0-1,0 1,0 1,0-1,-1 0,1 1,-1 0,1-1,-1 1,1 1,-6-2,1 1,0 0,0 0,0 1,0 0,0 0,0 1,-1 0,1 1,1 0,-1 0,0 0,0 1,1 0,0 1,-1 0,1 0,1 0,-1 1,1 0,-1 0,1 1,1-1,-1 1,1 1,0-1,1 1,-1 0,1 0,1 0,-1 0,-2 9,-7 21,1 1,2 0,-7 59,15-83,1 1,0 0,1-1,0 1,2 0,-1 0,2-1,0 1,1-1,0 0,1 0,10 19,-11-27,1 1,0-1,0 0,1 0,0-1,0 1,0-1,0-1,1 1,0-1,14 6,6 2,55 13,-36-12,-18-5,0-2,0-1,1-1,0-2,39-1,-37-2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05T13:45:53.91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0,'31'2,"54"9,15 1,509-9,-313-5,245 2,-515 1,0 2,32 6,-31-3,50 2,43-8,-54-2,-1 4,92 13,-108-9,-1-2,60-3,-85-1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05T13:45:56.88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63,'104'5,"130"22,-7 1,235-3,33 2,521 20,357-49,-1325-1,1-3,-1-1,93-27,-12 2,46-4,0 8,2 8,205 2,373 20,-404-3,-313-1,55-10,-54 6,51-1,-64 7,-10 1,-1-2,0 1,17-4,-10-2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05T13:45:58.81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0,'4'67,"2"-1,27 115,-10-66,27 207,50 240,-97-548,-2-8,1 1,-1-1,1 0,0 0,0 1,1-1,0-1,6 11,-8-15,-1-1,0 0,0 0,0 0,1 0,-1 1,0-1,0 0,1 0,-1 0,0 0,0 0,1 0,-1 0,0 0,0 1,1-1,-1 0,0 0,1 0,-1 0,0-1,0 1,1 0,-1 0,0 0,1 0,-1 0,0 0,0 0,1 0,-1-1,0 1,0 0,0 0,1 0,-1 0,0-1,0 1,0 0,1 0,-1-1,0 1,0 0,0 0,0-1,0 1,0 0,0 0,1-1,-1 1,0 0,0 0,0-1,0 1,0 0,0-1,4-20,3-81,-7-138,-3 106,-20-346,20 451,0 11,1 0,1 0,1 0,0 1,4-20,-4 33,1 0,0 1,0-1,0 1,1-1,-1 1,1-1,-1 1,1 0,0 0,1 0,-1 0,0 0,1 1,0-1,0 1,-1-1,1 1,1 0,-1 0,0 0,0 1,1-1,-1 1,1 0,-1 0,1 0,0 0,6 0,8 0,0 1,0 1,0 1,-1 0,1 1,-1 1,0 1,0 0,0 1,-1 1,0 1,25 15,16 14,100 85,-139-107,3 3,-1 0,-1 1,23 28,-36-39,0 1,-1-1,0 1,0 1,-1-1,0 1,-1-1,0 1,-1 0,0 0,0 0,-1 11,0-8,-1-1,-1 0,0 1,0-1,-2 0,1 0,-2 0,1 0,-2 0,-6 13,2-10,0 0,-1 0,-1-1,0-1,-1 0,-22 18,18-16,-1-1,-1-1,0-1,-32 16,38-22,-1-1,1-1,-1 0,0-1,0 0,0-1,0-1,-26 0,14 0,0 0,0 2,0 1,-37 11,-1-1,34-10,0-1,-53-1,75-2,-19-1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05T13:45:59.40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0,'0'5,"4"5,2 19,0 14,3 4,5 2,-1 3,-1-4,0-10,-1-11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05T13:45:59.79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05T13:46:00.88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528 54,'-4'-4,"0"-1,0 1,0 0,-1 0,1 0,-1 1,0 0,0 0,-1 0,1 0,0 1,-1 0,0 0,1 0,-1 1,0 0,-11-1,11 1,1 1,0 0,0 0,-1 0,1 1,0-1,0 1,0 1,0-1,0 1,0-1,0 2,0-1,0 0,1 1,-1 0,1 0,0 0,0 1,0-1,-4 6,-2 5,0 1,1 0,1 0,1 1,-7 18,-3 5,6-16,2 0,0 0,-9 42,17-59,0 1,1-1,-1 1,1-1,0 1,1-1,-1 1,1-1,1 1,-1-1,1 1,0-1,1 0,-1 0,1 0,0-1,1 1,7 10,10 7,-6-7,-1 1,0 0,-1 1,17 32,-27-46,-1 0,0 1,-1-1,1 1,-1 0,0-1,0 1,0 0,-1 0,0-1,0 1,0 0,0 0,-1-1,0 1,0 0,0 0,0-1,-1 1,0-1,0 1,0-1,0 0,-1 0,1 0,-1 0,-5 4,4-3,-2 0,1 0,-1 0,0-1,0 0,0 0,0 0,-1-1,1 0,-1 0,0-1,0 0,0 0,0-1,0 1,0-2,0 1,-1-1,1 0,-11-2,6 0,0 0,1-1,-1-1,1 0,0 0,0-1,0-1,1 0,0 0,0-1,-16-14,5 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05T13:46:02.25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0 145,'3'265,"71"497,-62-673,-10-58,2-1,1 0,2 0,16 47,-28-149,4 57,-36-527,37 454,4 1,3-1,5 1,27-106,-20 116,-9 34,1 0,18-41,-28 82,0 0,0-1,0 1,0 0,0 0,0-1,0 1,1 0,-1 0,1 1,0-1,0 0,-1 0,1 1,0-1,0 1,1 0,-1 0,0-1,4 0,-4 2,0 0,0 0,1 0,-1 0,0 1,0-1,0 1,0-1,0 1,0 0,0 0,0 0,0 0,0 0,0 0,-1 0,1 1,2 2,4 3,-1 1,0 1,-1-1,0 1,0 0,-1 1,0-1,3 12,-2-3,-2 0,0 0,-1 0,-1 1,0-1,-2 1,0-1,-1 1,-1-1,0 1,-10 31,11-47,-1 1,1-1,-1 0,0 0,0 0,0 0,-1 0,1 0,-1-1,0 1,1-1,-1 1,0-1,0 0,-1 0,1-1,0 1,0-1,-1 0,1 1,-1-1,0-1,1 1,-6 0,-2 0,0 0,-1-1,1-1,0 0,-1 0,-17-6,5 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05T13:46:03.50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403 49,'0'-1,"-1"0,0 0,0-1,0 1,0 0,0 0,0 0,0 0,0 0,0 0,0 1,-1-1,1 0,0 1,-1-1,1 0,0 1,-1 0,1-1,-1 1,1 0,-1 0,-2 0,-38-5,29 6,1 0,-1 1,1 1,-1 0,1 1,0 0,0 1,1 0,-14 8,-4 4,1 1,-35 30,55-41,2 0,-1 1,1-1,0 1,0 1,1-1,0 1,1 0,0 0,0 0,1 1,0-1,1 1,0 0,0-1,1 1,1 0,-1 0,2 0,-1 0,1 0,1 0,0 0,0-1,1 1,0-1,1 1,0-1,0 0,1-1,10 16,-8-18,-1 1,1-1,0 0,0-1,1 0,0 0,0 0,0-1,0 0,0-1,1 0,0 0,0-1,0 0,0-1,0 1,0-2,0 1,0-2,0 1,0-1,0 0,0-1,0 0,0 0,15-7,-15 5,0 0,0 0,0 0,-1-1,0-1,0 0,0 0,-1 0,1-1,-2 0,1 0,-1-1,0 1,-1-2,1 1,-2 0,1-1,-1 0,-1 0,1 0,-2-1,1 1,-1-1,1-18,-9-254,6 255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05T13:46:04.45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476 108,'0'-5,"-1"1,1-1,-1 1,0 0,0-1,0 1,0 0,-1 0,0 0,0 0,0 0,0 0,0 1,-1-1,0 1,0-1,0 1,0 0,0 0,0 0,-1 1,0-1,1 1,-1 0,0 0,0 0,0 0,-1 1,1 0,-4-1,-3-1,1 2,0-1,0 1,-1 1,1-1,-1 2,1 0,0 0,-1 1,1 0,0 0,-11 5,-1 2,1 1,1 1,0 0,0 2,1 0,1 1,0 1,-16 19,28-29,1 1,0 0,0 1,0-1,1 1,0 0,0 0,1 0,0 0,0 1,1-1,0 1,0 0,1 0,0 0,0-1,1 1,0 0,0 0,1 0,0 0,1 0,-1 0,1-1,1 1,5 13,9 8,1 0,22 28,-24-36,-1 0,-1 1,-1 1,17 40,-9-12,-9-26,13 46,-23-64,-1-1,0 1,0-1,0 1,-1-1,0 1,0-1,0 1,-1-1,0 1,0-1,-4 11,3-15,1 1,-1 0,0-1,-1 0,1 1,0-1,-1 0,1 0,-1 0,1 0,-1-1,0 1,0-1,0 1,0-1,0 0,0 0,0-1,0 1,-1-1,1 1,-6-1,0 1,-1-1,1-1,-1 1,0-1,1-1,-14-3,5-2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05T13:46:05.92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428 108,'-1'-4,"1"0,-1 0,-1 0,1 1,0-1,-1 0,0 0,0 1,0-1,0 1,-1 0,1 0,-1 0,0 0,0 0,0 0,0 1,0-1,-1 1,1 0,-1 0,1 0,-8-2,-2-2,-1 1,0 0,0 1,0 1,-21-3,19 5,0 0,0 0,-1 2,1 0,0 0,0 2,0 0,-16 6,26-7,1 0,-1 1,1-1,0 1,0 0,0 1,0-1,0 1,1 0,0 0,-1 1,2-1,-1 1,0 0,1 0,0 0,0 0,1 1,-1-1,1 1,0-1,1 1,-1 0,0 11,-1 25,2 0,8 83,-7-119,1 0,0-1,0 1,1 0,0-1,0 1,0-1,1 1,0-1,0 0,0 0,0 0,1 0,0-1,0 0,0 1,0-1,1-1,0 1,0-1,0 0,0 0,9 4,-1-3,-1 0,1-1,-1 0,1-1,0 0,0-1,0-1,0 0,23-4,-34 4,1-1,-1 1,1-1,-1 0,1 1,-1-1,0-1,1 1,-1 0,0-1,0 1,0-1,0 1,0-1,0 0,0 0,-1 0,1 0,-1 0,0 0,1 0,-1-1,0 1,0 0,0-1,0 1,-1-1,1-3,1-8,0 0,-2 0,0 0,-2-17,1-4,1 34,0 0,0 0,-1 1,1-1,0 0,0 0,0 1,0-1,1 0,-1 0,0 1,0-1,0 0,1 0,-1 1,0-1,1 0,-1 1,0-1,1 0,-1 1,1-1,-1 0,1 1,-1-1,1 1,0-1,-1 1,1 0,0-1,-1 1,2-1,0 1,0 1,-1-1,1 0,-1 1,1 0,-1-1,1 1,-1 0,1 0,-1 0,1 0,-1 0,2 2,38 43,66 125,-92-149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05T13:46:06.71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0,'0'72,"20"448,39-99,-45-307,-12-79,2 0,1-1,2 0,1 0,25 63,-23-78,0-1,1-1,1 0,0-1,2 0,0 0,0-2,1 0,1 0,1-2,0 0,35 19,-30-23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5534025" y="974725"/>
            <a:ext cx="8650288" cy="4867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>
            <a:spLocks noGrp="1"/>
          </p:cNvSpPr>
          <p:nvPr>
            <p:ph type="body" idx="1"/>
          </p:nvPr>
        </p:nvSpPr>
        <p:spPr>
          <a:xfrm>
            <a:off x="1972377" y="6166918"/>
            <a:ext cx="15778985" cy="5842341"/>
          </a:xfrm>
          <a:prstGeom prst="rect">
            <a:avLst/>
          </a:prstGeom>
        </p:spPr>
        <p:txBody>
          <a:bodyPr spcFirstLastPara="1" wrap="square" lIns="132722" tIns="132722" rIns="132722" bIns="13272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856766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>
          <a:extLst>
            <a:ext uri="{FF2B5EF4-FFF2-40B4-BE49-F238E27FC236}">
              <a16:creationId xmlns:a16="http://schemas.microsoft.com/office/drawing/2014/main" id="{6A1BEB64-7812-B5B4-0964-F800B3595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>
            <a:extLst>
              <a:ext uri="{FF2B5EF4-FFF2-40B4-BE49-F238E27FC236}">
                <a16:creationId xmlns:a16="http://schemas.microsoft.com/office/drawing/2014/main" id="{7D706F6C-B9BD-3A41-344A-B255240310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534025" y="974725"/>
            <a:ext cx="8650288" cy="4867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>
            <a:extLst>
              <a:ext uri="{FF2B5EF4-FFF2-40B4-BE49-F238E27FC236}">
                <a16:creationId xmlns:a16="http://schemas.microsoft.com/office/drawing/2014/main" id="{BC77CE94-2E03-4DCA-FC3D-42B91E69BD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972377" y="6166918"/>
            <a:ext cx="15778985" cy="5842341"/>
          </a:xfrm>
          <a:prstGeom prst="rect">
            <a:avLst/>
          </a:prstGeom>
        </p:spPr>
        <p:txBody>
          <a:bodyPr spcFirstLastPara="1" wrap="square" lIns="132722" tIns="132722" rIns="132722" bIns="13272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524833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5048fc8977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5048fc8977_0_124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5048fc8977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5048fc8977_0_129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773458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5048fc8977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5048fc8977_0_134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475617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5048fc8977_0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5048fc8977_0_140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079040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>
          <a:extLst>
            <a:ext uri="{FF2B5EF4-FFF2-40B4-BE49-F238E27FC236}">
              <a16:creationId xmlns:a16="http://schemas.microsoft.com/office/drawing/2014/main" id="{EC550935-6863-63FB-7585-6DEB49E17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5048fc8977_0_159:notes">
            <a:extLst>
              <a:ext uri="{FF2B5EF4-FFF2-40B4-BE49-F238E27FC236}">
                <a16:creationId xmlns:a16="http://schemas.microsoft.com/office/drawing/2014/main" id="{12572F00-0895-D365-C7F0-BAF7D7E141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5048fc8977_0_159:notes">
            <a:extLst>
              <a:ext uri="{FF2B5EF4-FFF2-40B4-BE49-F238E27FC236}">
                <a16:creationId xmlns:a16="http://schemas.microsoft.com/office/drawing/2014/main" id="{9E71DA87-3177-F6EC-AAB4-13524333BF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87948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5048fc8977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5048fc8977_0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297225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1151b388e45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1151b388e45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31319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c6417c0b3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c6417c0b3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446827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5048fc8977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5048fc8977_0_159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236061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5048fc8977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5048fc8977_0_129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625147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5048fc8977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5048fc8977_0_187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55306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5048fc8977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5048fc8977_0_187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903753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7e4432760c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7e4432760c_0_1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55638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5048fc8977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5048fc8977_0_129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36665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c6417c0b3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c6417c0b3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47552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2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4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body" idx="1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sz="24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>
            <a:spLocks noGrp="1"/>
          </p:cNvSpPr>
          <p:nvPr>
            <p:ph type="body" idx="1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beach-day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k_kioopGJtY" TargetMode="Externa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microsoft.com/office/2007/relationships/hdphoto" Target="../media/hdphoto1.wdp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tiff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2.xml"/><Relationship Id="rId21" Type="http://schemas.openxmlformats.org/officeDocument/2006/relationships/image" Target="../media/image28.png"/><Relationship Id="rId42" Type="http://schemas.openxmlformats.org/officeDocument/2006/relationships/customXml" Target="../ink/ink20.xml"/><Relationship Id="rId47" Type="http://schemas.openxmlformats.org/officeDocument/2006/relationships/image" Target="../media/image41.png"/><Relationship Id="rId63" Type="http://schemas.openxmlformats.org/officeDocument/2006/relationships/image" Target="../media/image49.png"/><Relationship Id="rId68" Type="http://schemas.openxmlformats.org/officeDocument/2006/relationships/customXml" Target="../ink/ink33.xml"/><Relationship Id="rId84" Type="http://schemas.openxmlformats.org/officeDocument/2006/relationships/customXml" Target="../ink/ink41.xml"/><Relationship Id="rId89" Type="http://schemas.openxmlformats.org/officeDocument/2006/relationships/image" Target="../media/image62.png"/><Relationship Id="rId16" Type="http://schemas.openxmlformats.org/officeDocument/2006/relationships/customXml" Target="../ink/ink7.xml"/><Relationship Id="rId107" Type="http://schemas.openxmlformats.org/officeDocument/2006/relationships/image" Target="../media/image71.png"/><Relationship Id="rId11" Type="http://schemas.openxmlformats.org/officeDocument/2006/relationships/image" Target="../media/image23.png"/><Relationship Id="rId32" Type="http://schemas.openxmlformats.org/officeDocument/2006/relationships/customXml" Target="../ink/ink15.xml"/><Relationship Id="rId37" Type="http://schemas.openxmlformats.org/officeDocument/2006/relationships/image" Target="../media/image36.png"/><Relationship Id="rId53" Type="http://schemas.openxmlformats.org/officeDocument/2006/relationships/image" Target="../media/image44.png"/><Relationship Id="rId58" Type="http://schemas.openxmlformats.org/officeDocument/2006/relationships/customXml" Target="../ink/ink28.xml"/><Relationship Id="rId74" Type="http://schemas.openxmlformats.org/officeDocument/2006/relationships/customXml" Target="../ink/ink36.xml"/><Relationship Id="rId79" Type="http://schemas.openxmlformats.org/officeDocument/2006/relationships/image" Target="../media/image57.png"/><Relationship Id="rId102" Type="http://schemas.openxmlformats.org/officeDocument/2006/relationships/customXml" Target="../ink/ink50.xml"/><Relationship Id="rId5" Type="http://schemas.openxmlformats.org/officeDocument/2006/relationships/image" Target="../media/image200.png"/><Relationship Id="rId90" Type="http://schemas.openxmlformats.org/officeDocument/2006/relationships/customXml" Target="../ink/ink44.xml"/><Relationship Id="rId95" Type="http://schemas.openxmlformats.org/officeDocument/2006/relationships/image" Target="../media/image65.png"/><Relationship Id="rId22" Type="http://schemas.openxmlformats.org/officeDocument/2006/relationships/customXml" Target="../ink/ink10.xml"/><Relationship Id="rId27" Type="http://schemas.openxmlformats.org/officeDocument/2006/relationships/image" Target="../media/image31.png"/><Relationship Id="rId43" Type="http://schemas.openxmlformats.org/officeDocument/2006/relationships/image" Target="../media/image39.png"/><Relationship Id="rId48" Type="http://schemas.openxmlformats.org/officeDocument/2006/relationships/customXml" Target="../ink/ink23.xml"/><Relationship Id="rId64" Type="http://schemas.openxmlformats.org/officeDocument/2006/relationships/customXml" Target="../ink/ink31.xml"/><Relationship Id="rId69" Type="http://schemas.openxmlformats.org/officeDocument/2006/relationships/image" Target="../media/image52.png"/><Relationship Id="rId80" Type="http://schemas.openxmlformats.org/officeDocument/2006/relationships/customXml" Target="../ink/ink39.xml"/><Relationship Id="rId85" Type="http://schemas.openxmlformats.org/officeDocument/2006/relationships/image" Target="../media/image60.png"/><Relationship Id="rId12" Type="http://schemas.openxmlformats.org/officeDocument/2006/relationships/customXml" Target="../ink/ink5.xml"/><Relationship Id="rId17" Type="http://schemas.openxmlformats.org/officeDocument/2006/relationships/image" Target="../media/image26.png"/><Relationship Id="rId33" Type="http://schemas.openxmlformats.org/officeDocument/2006/relationships/image" Target="../media/image34.png"/><Relationship Id="rId38" Type="http://schemas.openxmlformats.org/officeDocument/2006/relationships/customXml" Target="../ink/ink18.xml"/><Relationship Id="rId59" Type="http://schemas.openxmlformats.org/officeDocument/2006/relationships/image" Target="../media/image47.png"/><Relationship Id="rId103" Type="http://schemas.openxmlformats.org/officeDocument/2006/relationships/image" Target="../media/image69.png"/><Relationship Id="rId20" Type="http://schemas.openxmlformats.org/officeDocument/2006/relationships/customXml" Target="../ink/ink9.xml"/><Relationship Id="rId41" Type="http://schemas.openxmlformats.org/officeDocument/2006/relationships/image" Target="../media/image38.png"/><Relationship Id="rId54" Type="http://schemas.openxmlformats.org/officeDocument/2006/relationships/customXml" Target="../ink/ink26.xml"/><Relationship Id="rId62" Type="http://schemas.openxmlformats.org/officeDocument/2006/relationships/customXml" Target="../ink/ink30.xml"/><Relationship Id="rId70" Type="http://schemas.openxmlformats.org/officeDocument/2006/relationships/customXml" Target="../ink/ink34.xml"/><Relationship Id="rId75" Type="http://schemas.openxmlformats.org/officeDocument/2006/relationships/image" Target="../media/image55.png"/><Relationship Id="rId83" Type="http://schemas.openxmlformats.org/officeDocument/2006/relationships/image" Target="../media/image59.png"/><Relationship Id="rId88" Type="http://schemas.openxmlformats.org/officeDocument/2006/relationships/customXml" Target="../ink/ink43.xml"/><Relationship Id="rId91" Type="http://schemas.openxmlformats.org/officeDocument/2006/relationships/image" Target="../media/image63.png"/><Relationship Id="rId96" Type="http://schemas.openxmlformats.org/officeDocument/2006/relationships/customXml" Target="../ink/ink47.xml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2.xml"/><Relationship Id="rId15" Type="http://schemas.openxmlformats.org/officeDocument/2006/relationships/image" Target="../media/image25.png"/><Relationship Id="rId23" Type="http://schemas.openxmlformats.org/officeDocument/2006/relationships/image" Target="../media/image29.png"/><Relationship Id="rId28" Type="http://schemas.openxmlformats.org/officeDocument/2006/relationships/customXml" Target="../ink/ink13.xml"/><Relationship Id="rId36" Type="http://schemas.openxmlformats.org/officeDocument/2006/relationships/customXml" Target="../ink/ink17.xml"/><Relationship Id="rId49" Type="http://schemas.openxmlformats.org/officeDocument/2006/relationships/image" Target="../media/image42.png"/><Relationship Id="rId57" Type="http://schemas.openxmlformats.org/officeDocument/2006/relationships/image" Target="../media/image46.png"/><Relationship Id="rId106" Type="http://schemas.openxmlformats.org/officeDocument/2006/relationships/customXml" Target="../ink/ink52.xml"/><Relationship Id="rId10" Type="http://schemas.openxmlformats.org/officeDocument/2006/relationships/customXml" Target="../ink/ink4.xml"/><Relationship Id="rId31" Type="http://schemas.openxmlformats.org/officeDocument/2006/relationships/image" Target="../media/image33.png"/><Relationship Id="rId44" Type="http://schemas.openxmlformats.org/officeDocument/2006/relationships/customXml" Target="../ink/ink21.xml"/><Relationship Id="rId52" Type="http://schemas.openxmlformats.org/officeDocument/2006/relationships/customXml" Target="../ink/ink25.xml"/><Relationship Id="rId60" Type="http://schemas.openxmlformats.org/officeDocument/2006/relationships/customXml" Target="../ink/ink29.xml"/><Relationship Id="rId65" Type="http://schemas.openxmlformats.org/officeDocument/2006/relationships/image" Target="../media/image50.png"/><Relationship Id="rId73" Type="http://schemas.openxmlformats.org/officeDocument/2006/relationships/image" Target="../media/image54.png"/><Relationship Id="rId78" Type="http://schemas.openxmlformats.org/officeDocument/2006/relationships/customXml" Target="../ink/ink38.xml"/><Relationship Id="rId81" Type="http://schemas.openxmlformats.org/officeDocument/2006/relationships/image" Target="../media/image58.png"/><Relationship Id="rId86" Type="http://schemas.openxmlformats.org/officeDocument/2006/relationships/customXml" Target="../ink/ink42.xml"/><Relationship Id="rId94" Type="http://schemas.openxmlformats.org/officeDocument/2006/relationships/customXml" Target="../ink/ink46.xml"/><Relationship Id="rId99" Type="http://schemas.openxmlformats.org/officeDocument/2006/relationships/image" Target="../media/image67.png"/><Relationship Id="rId101" Type="http://schemas.openxmlformats.org/officeDocument/2006/relationships/image" Target="../media/image68.png"/><Relationship Id="rId4" Type="http://schemas.openxmlformats.org/officeDocument/2006/relationships/customXml" Target="../ink/ink1.xml"/><Relationship Id="rId9" Type="http://schemas.openxmlformats.org/officeDocument/2006/relationships/image" Target="../media/image22.png"/><Relationship Id="rId13" Type="http://schemas.openxmlformats.org/officeDocument/2006/relationships/image" Target="../media/image24.png"/><Relationship Id="rId18" Type="http://schemas.openxmlformats.org/officeDocument/2006/relationships/customXml" Target="../ink/ink8.xml"/><Relationship Id="rId39" Type="http://schemas.openxmlformats.org/officeDocument/2006/relationships/image" Target="../media/image37.png"/><Relationship Id="rId34" Type="http://schemas.openxmlformats.org/officeDocument/2006/relationships/customXml" Target="../ink/ink16.xml"/><Relationship Id="rId50" Type="http://schemas.openxmlformats.org/officeDocument/2006/relationships/customXml" Target="../ink/ink24.xml"/><Relationship Id="rId55" Type="http://schemas.openxmlformats.org/officeDocument/2006/relationships/image" Target="../media/image45.png"/><Relationship Id="rId76" Type="http://schemas.openxmlformats.org/officeDocument/2006/relationships/customXml" Target="../ink/ink37.xml"/><Relationship Id="rId97" Type="http://schemas.openxmlformats.org/officeDocument/2006/relationships/image" Target="../media/image66.png"/><Relationship Id="rId104" Type="http://schemas.openxmlformats.org/officeDocument/2006/relationships/customXml" Target="../ink/ink51.xml"/><Relationship Id="rId7" Type="http://schemas.openxmlformats.org/officeDocument/2006/relationships/image" Target="../media/image210.png"/><Relationship Id="rId71" Type="http://schemas.openxmlformats.org/officeDocument/2006/relationships/image" Target="../media/image53.png"/><Relationship Id="rId92" Type="http://schemas.openxmlformats.org/officeDocument/2006/relationships/customXml" Target="../ink/ink45.xml"/><Relationship Id="rId2" Type="http://schemas.openxmlformats.org/officeDocument/2006/relationships/notesSlide" Target="../notesSlides/notesSlide14.xml"/><Relationship Id="rId29" Type="http://schemas.openxmlformats.org/officeDocument/2006/relationships/image" Target="../media/image32.png"/><Relationship Id="rId24" Type="http://schemas.openxmlformats.org/officeDocument/2006/relationships/customXml" Target="../ink/ink11.xml"/><Relationship Id="rId40" Type="http://schemas.openxmlformats.org/officeDocument/2006/relationships/customXml" Target="../ink/ink19.xml"/><Relationship Id="rId45" Type="http://schemas.openxmlformats.org/officeDocument/2006/relationships/image" Target="../media/image40.png"/><Relationship Id="rId66" Type="http://schemas.openxmlformats.org/officeDocument/2006/relationships/customXml" Target="../ink/ink32.xml"/><Relationship Id="rId87" Type="http://schemas.openxmlformats.org/officeDocument/2006/relationships/image" Target="../media/image61.png"/><Relationship Id="rId61" Type="http://schemas.openxmlformats.org/officeDocument/2006/relationships/image" Target="../media/image48.png"/><Relationship Id="rId82" Type="http://schemas.openxmlformats.org/officeDocument/2006/relationships/customXml" Target="../ink/ink40.xml"/><Relationship Id="rId19" Type="http://schemas.openxmlformats.org/officeDocument/2006/relationships/image" Target="../media/image27.png"/><Relationship Id="rId14" Type="http://schemas.openxmlformats.org/officeDocument/2006/relationships/customXml" Target="../ink/ink6.xml"/><Relationship Id="rId30" Type="http://schemas.openxmlformats.org/officeDocument/2006/relationships/customXml" Target="../ink/ink14.xml"/><Relationship Id="rId35" Type="http://schemas.openxmlformats.org/officeDocument/2006/relationships/image" Target="../media/image35.png"/><Relationship Id="rId56" Type="http://schemas.openxmlformats.org/officeDocument/2006/relationships/customXml" Target="../ink/ink27.xml"/><Relationship Id="rId77" Type="http://schemas.openxmlformats.org/officeDocument/2006/relationships/image" Target="../media/image56.png"/><Relationship Id="rId100" Type="http://schemas.openxmlformats.org/officeDocument/2006/relationships/customXml" Target="../ink/ink49.xml"/><Relationship Id="rId105" Type="http://schemas.openxmlformats.org/officeDocument/2006/relationships/image" Target="../media/image70.png"/><Relationship Id="rId8" Type="http://schemas.openxmlformats.org/officeDocument/2006/relationships/customXml" Target="../ink/ink3.xml"/><Relationship Id="rId51" Type="http://schemas.openxmlformats.org/officeDocument/2006/relationships/image" Target="../media/image43.png"/><Relationship Id="rId72" Type="http://schemas.openxmlformats.org/officeDocument/2006/relationships/customXml" Target="../ink/ink35.xml"/><Relationship Id="rId93" Type="http://schemas.openxmlformats.org/officeDocument/2006/relationships/image" Target="../media/image64.png"/><Relationship Id="rId98" Type="http://schemas.openxmlformats.org/officeDocument/2006/relationships/customXml" Target="../ink/ink48.xml"/><Relationship Id="rId3" Type="http://schemas.openxmlformats.org/officeDocument/2006/relationships/image" Target="../media/image21.png"/><Relationship Id="rId25" Type="http://schemas.openxmlformats.org/officeDocument/2006/relationships/image" Target="../media/image30.png"/><Relationship Id="rId46" Type="http://schemas.openxmlformats.org/officeDocument/2006/relationships/customXml" Target="../ink/ink22.xml"/><Relationship Id="rId67" Type="http://schemas.openxmlformats.org/officeDocument/2006/relationships/image" Target="../media/image51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98675" y="369332"/>
            <a:ext cx="8775609" cy="80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GB" sz="3600" u="sng">
                <a:solidFill>
                  <a:srgbClr val="FF0000"/>
                </a:solidFill>
              </a:rPr>
              <a:t>Life cycle analysis– </a:t>
            </a:r>
            <a:r>
              <a:rPr lang="en-GB" sz="3600" u="sng"/>
              <a:t>How can we sustain our quality of life?</a:t>
            </a:r>
            <a:endParaRPr sz="3600" u="sng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37AB31E-99A2-C944-A7A0-674849731421}"/>
              </a:ext>
            </a:extLst>
          </p:cNvPr>
          <p:cNvSpPr txBox="1"/>
          <p:nvPr/>
        </p:nvSpPr>
        <p:spPr>
          <a:xfrm>
            <a:off x="7183120" y="0"/>
            <a:ext cx="19710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60B4EA05-DA11-BE4C-90AB-5CB25AC8574F}" type="datetime1">
              <a:rPr lang="en-GB" sz="1800" b="1" u="sng" smtClean="0">
                <a:solidFill>
                  <a:schemeClr val="accent1"/>
                </a:solidFill>
                <a:latin typeface="Source Code Pro"/>
                <a:ea typeface="Source Code Pro"/>
                <a:sym typeface="Source Code Pro"/>
              </a:rPr>
              <a:pPr algn="ctr"/>
              <a:t>26/09/2026</a:t>
            </a:fld>
            <a:endParaRPr lang="en-US" sz="1800" b="1" u="sng">
              <a:solidFill>
                <a:schemeClr val="accent1"/>
              </a:solidFill>
              <a:latin typeface="Source Code Pro"/>
              <a:ea typeface="Source Code Pro"/>
              <a:sym typeface="Source Code Pro"/>
            </a:endParaRPr>
          </a:p>
        </p:txBody>
      </p:sp>
      <p:sp>
        <p:nvSpPr>
          <p:cNvPr id="6" name="Google Shape;57;p13">
            <a:extLst>
              <a:ext uri="{FF2B5EF4-FFF2-40B4-BE49-F238E27FC236}">
                <a16:creationId xmlns:a16="http://schemas.microsoft.com/office/drawing/2014/main" id="{5C3B216F-00CC-8440-BCDD-8EA9FBC0FE32}"/>
              </a:ext>
            </a:extLst>
          </p:cNvPr>
          <p:cNvSpPr txBox="1">
            <a:spLocks/>
          </p:cNvSpPr>
          <p:nvPr/>
        </p:nvSpPr>
        <p:spPr>
          <a:xfrm>
            <a:off x="275159" y="598499"/>
            <a:ext cx="8422640" cy="2111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Source Code Pro"/>
              <a:buNone/>
              <a:defRPr sz="2100" b="1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Source Code Pro"/>
              <a:buNone/>
              <a:defRPr sz="2100" b="1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Source Code Pro"/>
              <a:buNone/>
              <a:defRPr sz="2100" b="1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Source Code Pro"/>
              <a:buNone/>
              <a:defRPr sz="2100" b="1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Source Code Pro"/>
              <a:buNone/>
              <a:defRPr sz="2100" b="1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Source Code Pro"/>
              <a:buNone/>
              <a:defRPr sz="2100" b="1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Source Code Pro"/>
              <a:buNone/>
              <a:defRPr sz="2100" b="1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Source Code Pro"/>
              <a:buNone/>
              <a:defRPr sz="2100" b="1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Source Code Pro"/>
              <a:buNone/>
              <a:defRPr sz="2100" b="1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marL="0" indent="0" algn="l"/>
            <a:r>
              <a:rPr lang="en-US" sz="2400" u="sng"/>
              <a:t>Starter/R2R:</a:t>
            </a:r>
          </a:p>
          <a:p>
            <a:pPr marL="0" indent="0" algn="l"/>
            <a:endParaRPr lang="en-US" sz="2400" b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3D91961-9E2B-C6E1-FBD1-C74C11E86A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2241193"/>
              </p:ext>
            </p:extLst>
          </p:nvPr>
        </p:nvGraphicFramePr>
        <p:xfrm>
          <a:off x="618837" y="1884219"/>
          <a:ext cx="7647708" cy="3011054"/>
        </p:xfrm>
        <a:graphic>
          <a:graphicData uri="http://schemas.openxmlformats.org/drawingml/2006/table">
            <a:tbl>
              <a:tblPr firstRow="1" bandRow="1">
                <a:tableStyleId>{72168CD2-F69B-47F8-A9FC-888F6A8AA48D}</a:tableStyleId>
              </a:tblPr>
              <a:tblGrid>
                <a:gridCol w="2549236">
                  <a:extLst>
                    <a:ext uri="{9D8B030D-6E8A-4147-A177-3AD203B41FA5}">
                      <a16:colId xmlns:a16="http://schemas.microsoft.com/office/drawing/2014/main" val="1863944940"/>
                    </a:ext>
                  </a:extLst>
                </a:gridCol>
                <a:gridCol w="2549236">
                  <a:extLst>
                    <a:ext uri="{9D8B030D-6E8A-4147-A177-3AD203B41FA5}">
                      <a16:colId xmlns:a16="http://schemas.microsoft.com/office/drawing/2014/main" val="475962872"/>
                    </a:ext>
                  </a:extLst>
                </a:gridCol>
                <a:gridCol w="2549236">
                  <a:extLst>
                    <a:ext uri="{9D8B030D-6E8A-4147-A177-3AD203B41FA5}">
                      <a16:colId xmlns:a16="http://schemas.microsoft.com/office/drawing/2014/main" val="2750378926"/>
                    </a:ext>
                  </a:extLst>
                </a:gridCol>
              </a:tblGrid>
              <a:tr h="12268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/>
                        <a:t>State the main pollutants from fossil fuels.</a:t>
                      </a:r>
                    </a:p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/>
                        <a:t>Where does acid rain come from?</a:t>
                      </a:r>
                    </a:p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/>
                        <a:t>What is a carbon footprint?</a:t>
                      </a:r>
                    </a:p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2426843"/>
                  </a:ext>
                </a:extLst>
              </a:tr>
              <a:tr h="178419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/>
                        <a:t>State two of the human activities that have the greatest effect on biodiversity?  </a:t>
                      </a:r>
                    </a:p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What organelle is the location of photosynthesis?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What is the term for different populations or organisms living together?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5611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83010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>
          <a:extLst>
            <a:ext uri="{FF2B5EF4-FFF2-40B4-BE49-F238E27FC236}">
              <a16:creationId xmlns:a16="http://schemas.microsoft.com/office/drawing/2014/main" id="{5DF13EFE-35F8-794F-58B8-4D60A8D5E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>
            <a:extLst>
              <a:ext uri="{FF2B5EF4-FFF2-40B4-BE49-F238E27FC236}">
                <a16:creationId xmlns:a16="http://schemas.microsoft.com/office/drawing/2014/main" id="{415969AB-9642-89BC-34B3-1B2356B9BB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675" y="369332"/>
            <a:ext cx="8775609" cy="80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GB" sz="3600" u="sng">
                <a:solidFill>
                  <a:srgbClr val="FF0000"/>
                </a:solidFill>
              </a:rPr>
              <a:t>Life cycle analysis - </a:t>
            </a:r>
            <a:r>
              <a:rPr lang="en-GB" sz="3600" u="sng"/>
              <a:t>should I buy a new iphone?</a:t>
            </a:r>
            <a:endParaRPr sz="3600" u="sng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A18A60-094B-0390-86D9-D500416CA3F3}"/>
              </a:ext>
            </a:extLst>
          </p:cNvPr>
          <p:cNvSpPr txBox="1"/>
          <p:nvPr/>
        </p:nvSpPr>
        <p:spPr>
          <a:xfrm>
            <a:off x="7183120" y="0"/>
            <a:ext cx="19710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60B4EA05-DA11-BE4C-90AB-5CB25AC8574F}" type="datetime1">
              <a:rPr lang="en-GB" sz="1800" b="1" u="sng" smtClean="0">
                <a:solidFill>
                  <a:schemeClr val="accent1"/>
                </a:solidFill>
                <a:latin typeface="Source Code Pro"/>
                <a:ea typeface="Source Code Pro"/>
                <a:sym typeface="Source Code Pro"/>
              </a:rPr>
              <a:pPr algn="ctr"/>
              <a:t>26/09/2026</a:t>
            </a:fld>
            <a:endParaRPr lang="en-US" sz="1800" b="1" u="sng">
              <a:solidFill>
                <a:schemeClr val="accent1"/>
              </a:solidFill>
              <a:latin typeface="Source Code Pro"/>
              <a:ea typeface="Source Code Pro"/>
              <a:sym typeface="Source Code Pro"/>
            </a:endParaRPr>
          </a:p>
        </p:txBody>
      </p:sp>
      <p:sp>
        <p:nvSpPr>
          <p:cNvPr id="6" name="Google Shape;57;p13">
            <a:extLst>
              <a:ext uri="{FF2B5EF4-FFF2-40B4-BE49-F238E27FC236}">
                <a16:creationId xmlns:a16="http://schemas.microsoft.com/office/drawing/2014/main" id="{956EE898-D8BE-6ADA-F431-397ACA1D3700}"/>
              </a:ext>
            </a:extLst>
          </p:cNvPr>
          <p:cNvSpPr txBox="1">
            <a:spLocks/>
          </p:cNvSpPr>
          <p:nvPr/>
        </p:nvSpPr>
        <p:spPr>
          <a:xfrm>
            <a:off x="275159" y="598499"/>
            <a:ext cx="8422640" cy="2111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Source Code Pro"/>
              <a:buNone/>
              <a:defRPr sz="2100" b="1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Source Code Pro"/>
              <a:buNone/>
              <a:defRPr sz="2100" b="1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Source Code Pro"/>
              <a:buNone/>
              <a:defRPr sz="2100" b="1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Source Code Pro"/>
              <a:buNone/>
              <a:defRPr sz="2100" b="1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Source Code Pro"/>
              <a:buNone/>
              <a:defRPr sz="2100" b="1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Source Code Pro"/>
              <a:buNone/>
              <a:defRPr sz="2100" b="1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Source Code Pro"/>
              <a:buNone/>
              <a:defRPr sz="2100" b="1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Source Code Pro"/>
              <a:buNone/>
              <a:defRPr sz="2100" b="1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Source Code Pro"/>
              <a:buNone/>
              <a:defRPr sz="2100" b="1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marL="0" indent="0" algn="l"/>
            <a:r>
              <a:rPr lang="en-US" sz="2400" u="sng"/>
              <a:t>Starter/R2R:</a:t>
            </a:r>
          </a:p>
          <a:p>
            <a:pPr marL="0" indent="0" algn="l"/>
            <a:endParaRPr lang="en-US" sz="2400" b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009218B-C15A-42FA-1BBE-EB41C8827D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7382078"/>
              </p:ext>
            </p:extLst>
          </p:nvPr>
        </p:nvGraphicFramePr>
        <p:xfrm>
          <a:off x="618837" y="1884219"/>
          <a:ext cx="7647708" cy="3155796"/>
        </p:xfrm>
        <a:graphic>
          <a:graphicData uri="http://schemas.openxmlformats.org/drawingml/2006/table">
            <a:tbl>
              <a:tblPr firstRow="1" bandRow="1">
                <a:tableStyleId>{72168CD2-F69B-47F8-A9FC-888F6A8AA48D}</a:tableStyleId>
              </a:tblPr>
              <a:tblGrid>
                <a:gridCol w="2549236">
                  <a:extLst>
                    <a:ext uri="{9D8B030D-6E8A-4147-A177-3AD203B41FA5}">
                      <a16:colId xmlns:a16="http://schemas.microsoft.com/office/drawing/2014/main" val="1863944940"/>
                    </a:ext>
                  </a:extLst>
                </a:gridCol>
                <a:gridCol w="2549236">
                  <a:extLst>
                    <a:ext uri="{9D8B030D-6E8A-4147-A177-3AD203B41FA5}">
                      <a16:colId xmlns:a16="http://schemas.microsoft.com/office/drawing/2014/main" val="475962872"/>
                    </a:ext>
                  </a:extLst>
                </a:gridCol>
                <a:gridCol w="2549236">
                  <a:extLst>
                    <a:ext uri="{9D8B030D-6E8A-4147-A177-3AD203B41FA5}">
                      <a16:colId xmlns:a16="http://schemas.microsoft.com/office/drawing/2014/main" val="2750378926"/>
                    </a:ext>
                  </a:extLst>
                </a:gridCol>
              </a:tblGrid>
              <a:tr h="12268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/>
                        <a:t>State the main pollutants from fossil fuels.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>
                          <a:solidFill>
                            <a:srgbClr val="FF0000"/>
                          </a:solidFill>
                        </a:rPr>
                        <a:t>Sulphur dioxide</a:t>
                      </a:r>
                      <a:br>
                        <a:rPr lang="en-US" sz="1400" b="0">
                          <a:solidFill>
                            <a:srgbClr val="FF0000"/>
                          </a:solidFill>
                        </a:rPr>
                      </a:br>
                      <a:r>
                        <a:rPr lang="en-US" sz="1400" b="0">
                          <a:solidFill>
                            <a:srgbClr val="FF0000"/>
                          </a:solidFill>
                        </a:rPr>
                        <a:t>Carbon Monoxide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>
                          <a:solidFill>
                            <a:srgbClr val="FF0000"/>
                          </a:solidFill>
                        </a:rPr>
                        <a:t>Nitrous oxides</a:t>
                      </a:r>
                    </a:p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/>
                        <a:t>Where does acid rain come from?</a:t>
                      </a:r>
                      <a:br>
                        <a:rPr lang="en-US" sz="1400" b="0"/>
                      </a:br>
                      <a:r>
                        <a:rPr lang="en-US" sz="1400" b="0">
                          <a:solidFill>
                            <a:srgbClr val="FF0000"/>
                          </a:solidFill>
                        </a:rPr>
                        <a:t>SO</a:t>
                      </a:r>
                      <a:r>
                        <a:rPr lang="en-US" sz="1400" b="0" baseline="-2500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en-US" sz="1400" b="0">
                          <a:solidFill>
                            <a:srgbClr val="FF0000"/>
                          </a:solidFill>
                        </a:rPr>
                        <a:t> + NO</a:t>
                      </a:r>
                      <a:r>
                        <a:rPr lang="en-US" sz="1400" b="0" baseline="-2500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en-US" sz="1400" b="0">
                          <a:solidFill>
                            <a:srgbClr val="FF0000"/>
                          </a:solidFill>
                        </a:rPr>
                        <a:t> combining with H</a:t>
                      </a:r>
                      <a:r>
                        <a:rPr lang="en-US" sz="1400" b="0" baseline="-2500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en-US" sz="1400" b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/>
                        <a:t>What is a carbon footprint?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>
                          <a:solidFill>
                            <a:srgbClr val="FF0000"/>
                          </a:solidFill>
                        </a:rPr>
                        <a:t>The volume of CO2 released by your activities</a:t>
                      </a:r>
                    </a:p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2426843"/>
                  </a:ext>
                </a:extLst>
              </a:tr>
              <a:tr h="178419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/>
                        <a:t>State two of the human activities that have the greatest effect on biodiversity? 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>
                          <a:solidFill>
                            <a:srgbClr val="FF0000"/>
                          </a:solidFill>
                        </a:rPr>
                        <a:t>Building/mining/waste/hunting/farming</a:t>
                      </a:r>
                    </a:p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What organelle is the location of photosynthesis?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>
                          <a:solidFill>
                            <a:srgbClr val="FF0000"/>
                          </a:solidFill>
                        </a:rPr>
                        <a:t>Chloroplast</a:t>
                      </a:r>
                    </a:p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/>
                        <a:t>What is the term for different populations or organisms living together?</a:t>
                      </a:r>
                      <a:br>
                        <a:rPr lang="en-US"/>
                      </a:br>
                      <a:r>
                        <a:rPr lang="en-GB">
                          <a:solidFill>
                            <a:srgbClr val="FF0000"/>
                          </a:solidFill>
                        </a:rPr>
                        <a:t>Community</a:t>
                      </a:r>
                    </a:p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5611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7080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ED749-CCE4-D03F-FF51-B48C76EC1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Upcoming end of topic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5D01D4-9605-3DFF-A9C9-09BC239930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EDC1E5-B320-6A47-F5F9-EDC8E291AF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0509" y="0"/>
            <a:ext cx="3073491" cy="5143500"/>
          </a:xfrm>
          <a:prstGeom prst="rect">
            <a:avLst/>
          </a:prstGeom>
        </p:spPr>
      </p:pic>
      <p:pic>
        <p:nvPicPr>
          <p:cNvPr id="6" name="Picture 5" descr="A screenshot of a phone&#10;&#10;AI-generated content may be incorrect.">
            <a:extLst>
              <a:ext uri="{FF2B5EF4-FFF2-40B4-BE49-F238E27FC236}">
                <a16:creationId xmlns:a16="http://schemas.microsoft.com/office/drawing/2014/main" id="{19E0623E-F0C4-65BE-E0CD-4A4D6C4FEC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9188" y="0"/>
            <a:ext cx="237673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237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513F4-A95B-E7DB-E3FE-FD28857BC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Previously…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32F972-2AE2-0124-9809-6B4EE6CF9B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373F74C-98CE-CC6C-C319-7BF178AC6E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6894" y="879250"/>
            <a:ext cx="6305406" cy="4039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1246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5D64D-34C8-4578-9343-5D0BD7B16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Previously…</a:t>
            </a:r>
          </a:p>
        </p:txBody>
      </p:sp>
      <p:pic>
        <p:nvPicPr>
          <p:cNvPr id="4" name="Google Shape;216;p37">
            <a:extLst>
              <a:ext uri="{FF2B5EF4-FFF2-40B4-BE49-F238E27FC236}">
                <a16:creationId xmlns:a16="http://schemas.microsoft.com/office/drawing/2014/main" id="{2E4849FE-D72F-430C-B9E8-05C41D3AE119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7925" y="1228725"/>
            <a:ext cx="4582200" cy="354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33;p40">
            <a:extLst>
              <a:ext uri="{FF2B5EF4-FFF2-40B4-BE49-F238E27FC236}">
                <a16:creationId xmlns:a16="http://schemas.microsoft.com/office/drawing/2014/main" id="{3843DB03-D59F-4DCF-82E7-FAA90958583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1785" y="3281004"/>
            <a:ext cx="2817540" cy="1685278"/>
          </a:xfrm>
          <a:prstGeom prst="rect">
            <a:avLst/>
          </a:prstGeom>
          <a:noFill/>
          <a:ln w="38100" cap="flat" cmpd="sng">
            <a:noFill/>
            <a:prstDash val="solid"/>
            <a:round/>
            <a:headEnd type="none" w="sm" len="sm"/>
            <a:tailEnd type="none" w="sm" len="sm"/>
          </a:ln>
        </p:spPr>
      </p:pic>
      <p:pic>
        <p:nvPicPr>
          <p:cNvPr id="6" name="Picture 4" descr="Glass paraffin lamp with paraffin | Anrule">
            <a:extLst>
              <a:ext uri="{FF2B5EF4-FFF2-40B4-BE49-F238E27FC236}">
                <a16:creationId xmlns:a16="http://schemas.microsoft.com/office/drawing/2014/main" id="{0FBC946C-D67F-4E95-9DB5-4942BA4EED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622" y="1138"/>
            <a:ext cx="1873694" cy="2498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Arrow: Down 6">
            <a:extLst>
              <a:ext uri="{FF2B5EF4-FFF2-40B4-BE49-F238E27FC236}">
                <a16:creationId xmlns:a16="http://schemas.microsoft.com/office/drawing/2014/main" id="{DB732B92-038A-4BB6-9D32-D7D73A4C4C8F}"/>
              </a:ext>
            </a:extLst>
          </p:cNvPr>
          <p:cNvSpPr/>
          <p:nvPr/>
        </p:nvSpPr>
        <p:spPr>
          <a:xfrm>
            <a:off x="6311241" y="2403753"/>
            <a:ext cx="872455" cy="1484851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6258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>
            <a:spLocks noGrp="1"/>
          </p:cNvSpPr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Life cycle analysis   </a:t>
            </a:r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subTitle" idx="1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sz="2400" i="1"/>
              <a:t>“</a:t>
            </a:r>
            <a:r>
              <a:rPr lang="en-GB" sz="2400" i="1"/>
              <a:t>Do we really need another iPhone?”</a:t>
            </a:r>
            <a:endParaRPr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 u="sng">
                <a:solidFill>
                  <a:srgbClr val="FF0000"/>
                </a:solidFill>
              </a:rPr>
              <a:t>Life cycle analysis - </a:t>
            </a:r>
            <a:r>
              <a:rPr lang="en-GB"/>
              <a:t>Objectives - summary</a:t>
            </a:r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19575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Source Code Pro"/>
              <a:buChar char="-"/>
            </a:pPr>
            <a:r>
              <a:rPr lang="en-GB" sz="2400" b="1">
                <a:solidFill>
                  <a:srgbClr val="FFC000"/>
                </a:solidFill>
              </a:rPr>
              <a:t>State what is meant by life cycle analysis</a:t>
            </a:r>
          </a:p>
          <a:p>
            <a:pPr>
              <a:buFont typeface="Source Code Pro"/>
              <a:buChar char="-"/>
            </a:pPr>
            <a:r>
              <a:rPr lang="en-GB" sz="2400" b="1">
                <a:solidFill>
                  <a:srgbClr val="00B050"/>
                </a:solidFill>
              </a:rPr>
              <a:t>Perform life cycle analysis 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 sz="2400" b="1">
                <a:solidFill>
                  <a:srgbClr val="7030A0"/>
                </a:solidFill>
              </a:rPr>
              <a:t>Challenge: Evaluate the usefulness of recycling </a:t>
            </a:r>
            <a:endParaRPr sz="2400" b="1">
              <a:solidFill>
                <a:srgbClr val="7030A0"/>
              </a:solidFill>
            </a:endParaRPr>
          </a:p>
        </p:txBody>
      </p:sp>
      <p:pic>
        <p:nvPicPr>
          <p:cNvPr id="6" name="Google Shape;163;p31">
            <a:extLst>
              <a:ext uri="{FF2B5EF4-FFF2-40B4-BE49-F238E27FC236}">
                <a16:creationId xmlns:a16="http://schemas.microsoft.com/office/drawing/2014/main" id="{D47104E9-0665-40FC-ADA7-41ED3352915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16667" b="30603"/>
          <a:stretch/>
        </p:blipFill>
        <p:spPr>
          <a:xfrm>
            <a:off x="5086030" y="3538870"/>
            <a:ext cx="4057970" cy="156733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57;p13">
            <a:extLst>
              <a:ext uri="{FF2B5EF4-FFF2-40B4-BE49-F238E27FC236}">
                <a16:creationId xmlns:a16="http://schemas.microsoft.com/office/drawing/2014/main" id="{D7ABCE0E-F416-43BD-BC25-1EBED07C0640}"/>
              </a:ext>
            </a:extLst>
          </p:cNvPr>
          <p:cNvSpPr txBox="1">
            <a:spLocks/>
          </p:cNvSpPr>
          <p:nvPr/>
        </p:nvSpPr>
        <p:spPr>
          <a:xfrm>
            <a:off x="0" y="3788900"/>
            <a:ext cx="5293360" cy="1317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sz="14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sz="14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 sz="14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sz="14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sz="14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 sz="14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sz="14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Source Code Pro"/>
              <a:buChar char="■"/>
              <a:defRPr sz="14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marL="0" indent="0">
              <a:buFont typeface="Source Code Pro"/>
              <a:buNone/>
            </a:pPr>
            <a:r>
              <a:rPr lang="en-GB" b="1" u="sng">
                <a:solidFill>
                  <a:srgbClr val="FF0000"/>
                </a:solidFill>
              </a:rPr>
              <a:t>Key Words:</a:t>
            </a:r>
          </a:p>
          <a:p>
            <a:pPr marL="0" indent="0">
              <a:buFont typeface="Source Code Pro"/>
              <a:buNone/>
            </a:pPr>
            <a:r>
              <a:rPr lang="en-GB">
                <a:solidFill>
                  <a:srgbClr val="FF0000"/>
                </a:solidFill>
              </a:rPr>
              <a:t>Life cycle analysis, Recycling, Extraction, Manufacturing, Disposal, Incineration, Sustainability </a:t>
            </a:r>
          </a:p>
        </p:txBody>
      </p:sp>
    </p:spTree>
    <p:extLst>
      <p:ext uri="{BB962C8B-B14F-4D97-AF65-F5344CB8AC3E}">
        <p14:creationId xmlns:p14="http://schemas.microsoft.com/office/powerpoint/2010/main" val="36897453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much environmental damage does an iPhone do? </a:t>
            </a:r>
            <a:endParaRPr/>
          </a:p>
        </p:txBody>
      </p:sp>
      <p:pic>
        <p:nvPicPr>
          <p:cNvPr id="117" name="Google Shape;117;p23"/>
          <p:cNvPicPr preferRelativeResize="0"/>
          <p:nvPr/>
        </p:nvPicPr>
        <p:blipFill rotWithShape="1">
          <a:blip r:embed="rId3">
            <a:alphaModFix/>
          </a:blip>
          <a:srcRect l="35716" r="35165"/>
          <a:stretch/>
        </p:blipFill>
        <p:spPr>
          <a:xfrm>
            <a:off x="3533525" y="1234025"/>
            <a:ext cx="2076951" cy="37448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952542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4"/>
          <p:cNvPicPr preferRelativeResize="0"/>
          <p:nvPr/>
        </p:nvPicPr>
        <p:blipFill rotWithShape="1">
          <a:blip r:embed="rId3">
            <a:alphaModFix/>
          </a:blip>
          <a:srcRect l="29906" t="26035" r="25747" b="24730"/>
          <a:stretch/>
        </p:blipFill>
        <p:spPr>
          <a:xfrm>
            <a:off x="0" y="-12"/>
            <a:ext cx="4789325" cy="3323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4"/>
          <p:cNvPicPr preferRelativeResize="0"/>
          <p:nvPr/>
        </p:nvPicPr>
        <p:blipFill rotWithShape="1">
          <a:blip r:embed="rId4">
            <a:alphaModFix/>
          </a:blip>
          <a:srcRect l="30027" t="17852" r="23215" b="33398"/>
          <a:stretch/>
        </p:blipFill>
        <p:spPr>
          <a:xfrm>
            <a:off x="4712100" y="2255600"/>
            <a:ext cx="4431902" cy="2887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4"/>
          <p:cNvPicPr preferRelativeResize="0"/>
          <p:nvPr/>
        </p:nvPicPr>
        <p:blipFill rotWithShape="1">
          <a:blip r:embed="rId5">
            <a:alphaModFix/>
          </a:blip>
          <a:srcRect l="35716" r="35165"/>
          <a:stretch/>
        </p:blipFill>
        <p:spPr>
          <a:xfrm>
            <a:off x="2959300" y="2420225"/>
            <a:ext cx="1510368" cy="272327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34178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5F48B-A0D4-A310-9E33-E01A74718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Simpsons environment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5E5C64-8491-DF82-E4FD-6EEA810416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5689FD-9C8A-6CC6-532E-6CAF886875ED}"/>
              </a:ext>
            </a:extLst>
          </p:cNvPr>
          <p:cNvSpPr txBox="1"/>
          <p:nvPr/>
        </p:nvSpPr>
        <p:spPr>
          <a:xfrm>
            <a:off x="720675" y="1824889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2"/>
              </a:rPr>
              <a:t>Simpsons, Homer cares about the environment and Buys an electric car (youtube.com)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41564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>
          <a:extLst>
            <a:ext uri="{FF2B5EF4-FFF2-40B4-BE49-F238E27FC236}">
              <a16:creationId xmlns:a16="http://schemas.microsoft.com/office/drawing/2014/main" id="{9174ED47-7FA3-6039-3F9A-A79A6662C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0">
            <a:extLst>
              <a:ext uri="{FF2B5EF4-FFF2-40B4-BE49-F238E27FC236}">
                <a16:creationId xmlns:a16="http://schemas.microsoft.com/office/drawing/2014/main" id="{00A1705F-194C-397A-7A6C-BCADF23608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</a:rPr>
              <a:t>Life cycle analysis 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57" name="Google Shape;157;p30">
            <a:extLst>
              <a:ext uri="{FF2B5EF4-FFF2-40B4-BE49-F238E27FC236}">
                <a16:creationId xmlns:a16="http://schemas.microsoft.com/office/drawing/2014/main" id="{5770C0B8-9151-0896-4F80-878AE71B78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GB" dirty="0">
                <a:solidFill>
                  <a:srgbClr val="FF0000"/>
                </a:solidFill>
              </a:rPr>
              <a:t>Life cycle analysis is a “cradle-to-grave” analysis of a product. There are four main stages of a product's life cycle: </a:t>
            </a:r>
            <a:endParaRPr dirty="0">
              <a:solidFill>
                <a:srgbClr val="FF0000"/>
              </a:solidFill>
            </a:endParaRPr>
          </a:p>
        </p:txBody>
      </p:sp>
      <p:pic>
        <p:nvPicPr>
          <p:cNvPr id="158" name="Google Shape;158;p30">
            <a:extLst>
              <a:ext uri="{FF2B5EF4-FFF2-40B4-BE49-F238E27FC236}">
                <a16:creationId xmlns:a16="http://schemas.microsoft.com/office/drawing/2014/main" id="{EE19E00B-A253-C703-04BF-D9CCDC08C58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16667" b="30603"/>
          <a:stretch/>
        </p:blipFill>
        <p:spPr>
          <a:xfrm>
            <a:off x="1263450" y="2296425"/>
            <a:ext cx="6617098" cy="24583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963472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0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</a:rPr>
              <a:t>Life cycle analysis 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57" name="Google Shape;157;p30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GB">
                <a:solidFill>
                  <a:srgbClr val="FF0000"/>
                </a:solidFill>
              </a:rPr>
              <a:t>Life cycle analysis is a “cradle-to-grave” analysis of a product. There are four main stages of a product's life cycle: </a:t>
            </a:r>
            <a:endParaRPr>
              <a:solidFill>
                <a:srgbClr val="FF0000"/>
              </a:solidFill>
            </a:endParaRPr>
          </a:p>
        </p:txBody>
      </p:sp>
      <p:pic>
        <p:nvPicPr>
          <p:cNvPr id="158" name="Google Shape;158;p30"/>
          <p:cNvPicPr preferRelativeResize="0"/>
          <p:nvPr/>
        </p:nvPicPr>
        <p:blipFill rotWithShape="1">
          <a:blip r:embed="rId3">
            <a:alphaModFix/>
          </a:blip>
          <a:srcRect t="16667" b="30603"/>
          <a:stretch/>
        </p:blipFill>
        <p:spPr>
          <a:xfrm>
            <a:off x="1263450" y="2296425"/>
            <a:ext cx="6617098" cy="24583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3FE17C3-B51E-2289-84F3-4D8A78FEE37E}"/>
              </a:ext>
            </a:extLst>
          </p:cNvPr>
          <p:cNvSpPr txBox="1"/>
          <p:nvPr/>
        </p:nvSpPr>
        <p:spPr>
          <a:xfrm>
            <a:off x="1038111" y="2893303"/>
            <a:ext cx="22606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dirty="0">
                <a:solidFill>
                  <a:srgbClr val="FF0000"/>
                </a:solidFill>
                <a:latin typeface="Source Code Pro"/>
                <a:ea typeface="Source Code Pro"/>
                <a:sym typeface="Source Code Pro"/>
              </a:rPr>
              <a:t>(Extracting) Raw materials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1E207A-AC5B-1303-9CFB-7238863ED9F5}"/>
              </a:ext>
            </a:extLst>
          </p:cNvPr>
          <p:cNvSpPr txBox="1"/>
          <p:nvPr/>
        </p:nvSpPr>
        <p:spPr>
          <a:xfrm>
            <a:off x="3061257" y="2219081"/>
            <a:ext cx="18693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dirty="0">
                <a:solidFill>
                  <a:srgbClr val="FF0000"/>
                </a:solidFill>
                <a:latin typeface="Source Code Pro"/>
                <a:ea typeface="Source Code Pro"/>
                <a:sym typeface="Source Code Pro"/>
              </a:rPr>
              <a:t>Manufacture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B5A1DC-50F0-1E48-932E-C9939FDCDC0A}"/>
              </a:ext>
            </a:extLst>
          </p:cNvPr>
          <p:cNvSpPr txBox="1"/>
          <p:nvPr/>
        </p:nvSpPr>
        <p:spPr>
          <a:xfrm>
            <a:off x="5086823" y="2739414"/>
            <a:ext cx="774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>
                <a:solidFill>
                  <a:srgbClr val="FF0000"/>
                </a:solidFill>
                <a:latin typeface="Source Code Pro"/>
                <a:ea typeface="Source Code Pro"/>
                <a:sym typeface="Source Code Pro"/>
              </a:rPr>
              <a:t>Use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414C1B-65B1-F8DB-BDBF-690F60C7A1D1}"/>
              </a:ext>
            </a:extLst>
          </p:cNvPr>
          <p:cNvSpPr txBox="1"/>
          <p:nvPr/>
        </p:nvSpPr>
        <p:spPr>
          <a:xfrm>
            <a:off x="6202377" y="2073087"/>
            <a:ext cx="1678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dirty="0">
                <a:solidFill>
                  <a:srgbClr val="FF0000"/>
                </a:solidFill>
                <a:latin typeface="Source Code Pro"/>
                <a:ea typeface="Source Code Pro"/>
                <a:sym typeface="Source Code Pro"/>
              </a:rPr>
              <a:t>Disposal</a:t>
            </a:r>
          </a:p>
        </p:txBody>
      </p:sp>
    </p:spTree>
    <p:extLst>
      <p:ext uri="{BB962C8B-B14F-4D97-AF65-F5344CB8AC3E}">
        <p14:creationId xmlns:p14="http://schemas.microsoft.com/office/powerpoint/2010/main" val="5302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1" name="Google Shape;341;p56"/>
          <p:cNvPicPr preferRelativeResize="0"/>
          <p:nvPr/>
        </p:nvPicPr>
        <p:blipFill rotWithShape="1">
          <a:blip r:embed="rId3">
            <a:alphaModFix/>
          </a:blip>
          <a:srcRect t="16667" b="30603"/>
          <a:stretch/>
        </p:blipFill>
        <p:spPr>
          <a:xfrm>
            <a:off x="0" y="0"/>
            <a:ext cx="4561850" cy="169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56"/>
          <p:cNvPicPr preferRelativeResize="0"/>
          <p:nvPr/>
        </p:nvPicPr>
        <p:blipFill rotWithShape="1">
          <a:blip r:embed="rId3">
            <a:alphaModFix/>
          </a:blip>
          <a:srcRect t="16667" b="30603"/>
          <a:stretch/>
        </p:blipFill>
        <p:spPr>
          <a:xfrm>
            <a:off x="4582150" y="0"/>
            <a:ext cx="4561850" cy="169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56"/>
          <p:cNvPicPr preferRelativeResize="0"/>
          <p:nvPr/>
        </p:nvPicPr>
        <p:blipFill rotWithShape="1">
          <a:blip r:embed="rId3">
            <a:alphaModFix/>
          </a:blip>
          <a:srcRect t="16667" b="30603"/>
          <a:stretch/>
        </p:blipFill>
        <p:spPr>
          <a:xfrm>
            <a:off x="0" y="1724363"/>
            <a:ext cx="4561850" cy="169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56"/>
          <p:cNvPicPr preferRelativeResize="0"/>
          <p:nvPr/>
        </p:nvPicPr>
        <p:blipFill rotWithShape="1">
          <a:blip r:embed="rId3">
            <a:alphaModFix/>
          </a:blip>
          <a:srcRect t="16667" b="30603"/>
          <a:stretch/>
        </p:blipFill>
        <p:spPr>
          <a:xfrm>
            <a:off x="4582150" y="1724363"/>
            <a:ext cx="4561850" cy="169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56"/>
          <p:cNvPicPr preferRelativeResize="0"/>
          <p:nvPr/>
        </p:nvPicPr>
        <p:blipFill rotWithShape="1">
          <a:blip r:embed="rId3">
            <a:alphaModFix/>
          </a:blip>
          <a:srcRect t="16667" b="30603"/>
          <a:stretch/>
        </p:blipFill>
        <p:spPr>
          <a:xfrm>
            <a:off x="0" y="3448738"/>
            <a:ext cx="4561850" cy="169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56"/>
          <p:cNvPicPr preferRelativeResize="0"/>
          <p:nvPr/>
        </p:nvPicPr>
        <p:blipFill rotWithShape="1">
          <a:blip r:embed="rId3">
            <a:alphaModFix/>
          </a:blip>
          <a:srcRect t="16667" b="30603"/>
          <a:stretch/>
        </p:blipFill>
        <p:spPr>
          <a:xfrm>
            <a:off x="4582150" y="3448738"/>
            <a:ext cx="4561850" cy="16947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992963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31"/>
          <p:cNvPicPr preferRelativeResize="0"/>
          <p:nvPr/>
        </p:nvPicPr>
        <p:blipFill rotWithShape="1">
          <a:blip r:embed="rId3">
            <a:alphaModFix/>
          </a:blip>
          <a:srcRect l="74279" t="16667" b="30603"/>
          <a:stretch>
            <a:fillRect/>
          </a:stretch>
        </p:blipFill>
        <p:spPr>
          <a:xfrm>
            <a:off x="4823665" y="2762989"/>
            <a:ext cx="1488845" cy="21048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CD02486-1F67-4337-B231-4A522313B9F5}"/>
              </a:ext>
            </a:extLst>
          </p:cNvPr>
          <p:cNvSpPr txBox="1"/>
          <p:nvPr/>
        </p:nvSpPr>
        <p:spPr>
          <a:xfrm>
            <a:off x="107082" y="97262"/>
            <a:ext cx="22424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  <a:latin typeface="Source Code Pro"/>
                <a:ea typeface="Source Code Pro"/>
                <a:sym typeface="Source Code Pro"/>
              </a:rPr>
              <a:t>(Extracting) Raw materials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B40EF6-0D15-44F1-9A87-B8287497AD56}"/>
              </a:ext>
            </a:extLst>
          </p:cNvPr>
          <p:cNvSpPr txBox="1"/>
          <p:nvPr/>
        </p:nvSpPr>
        <p:spPr>
          <a:xfrm>
            <a:off x="7151594" y="97262"/>
            <a:ext cx="1885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  <a:latin typeface="Source Code Pro"/>
                <a:ea typeface="Source Code Pro"/>
                <a:sym typeface="Source Code Pro"/>
              </a:rPr>
              <a:t>Manufacture and distribution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042057-0448-4B5A-A69A-8409ABB2B41D}"/>
              </a:ext>
            </a:extLst>
          </p:cNvPr>
          <p:cNvSpPr txBox="1"/>
          <p:nvPr/>
        </p:nvSpPr>
        <p:spPr>
          <a:xfrm>
            <a:off x="107082" y="2604528"/>
            <a:ext cx="27244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  <a:latin typeface="Source Code Pro"/>
                <a:ea typeface="Source Code Pro"/>
                <a:sym typeface="Source Code Pro"/>
              </a:rPr>
              <a:t>Using the product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3E189A-F69C-4971-A092-A53E327DC2BA}"/>
              </a:ext>
            </a:extLst>
          </p:cNvPr>
          <p:cNvSpPr txBox="1"/>
          <p:nvPr/>
        </p:nvSpPr>
        <p:spPr>
          <a:xfrm>
            <a:off x="7465829" y="2538972"/>
            <a:ext cx="16781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  <a:latin typeface="Source Code Pro"/>
                <a:ea typeface="Source Code Pro"/>
                <a:sym typeface="Source Code Pro"/>
              </a:rPr>
              <a:t>Disposal</a:t>
            </a:r>
          </a:p>
        </p:txBody>
      </p:sp>
      <p:pic>
        <p:nvPicPr>
          <p:cNvPr id="3" name="Google Shape;163;p31">
            <a:extLst>
              <a:ext uri="{FF2B5EF4-FFF2-40B4-BE49-F238E27FC236}">
                <a16:creationId xmlns:a16="http://schemas.microsoft.com/office/drawing/2014/main" id="{B8F9D5E1-6F96-7601-7ED4-10D59A356EAE}"/>
              </a:ext>
            </a:extLst>
          </p:cNvPr>
          <p:cNvPicPr preferRelativeResize="0"/>
          <p:nvPr/>
        </p:nvPicPr>
        <p:blipFill rotWithShape="1">
          <a:blip r:embed="rId4"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2018" b="67281" l="53585" r="74227">
                        <a14:foregroundMark x1="56428" y1="64298" x2="56428" y2="64298"/>
                        <a14:foregroundMark x1="65142" y1="67281" x2="65142" y2="67281"/>
                        <a14:foregroundMark x1="53708" y1="64561" x2="53708" y2="64561"/>
                        <a14:foregroundMark x1="73548" y1="54123" x2="73548" y2="54123"/>
                        <a14:foregroundMark x1="74042" y1="37193" x2="74042" y2="37193"/>
                        <a14:foregroundMark x1="74227" y1="54035" x2="74227" y2="54035"/>
                        <a14:foregroundMark x1="74042" y1="37368" x2="74042" y2="37368"/>
                        <a14:foregroundMark x1="74104" y1="38070" x2="74104" y2="38070"/>
                        <a14:backgroundMark x1="57046" y1="54123" x2="57046" y2="54123"/>
                        <a14:backgroundMark x1="55933" y1="62105" x2="53708" y2="62719"/>
                        <a14:backgroundMark x1="56984" y1="54474" x2="56675" y2="61491"/>
                        <a14:backgroundMark x1="55995" y1="66404" x2="55995" y2="66404"/>
                        <a14:backgroundMark x1="57417" y1="66579" x2="53523" y2="66404"/>
                        <a14:backgroundMark x1="52967" y1="64825" x2="52967" y2="64825"/>
                        <a14:backgroundMark x1="53523" y1="66140" x2="53523" y2="66140"/>
                        <a14:backgroundMark x1="54450" y1="66316" x2="54450" y2="66316"/>
                        <a14:backgroundMark x1="74907" y1="55351" x2="74907" y2="55351"/>
                        <a14:backgroundMark x1="74907" y1="52456" x2="74907" y2="52456"/>
                      </a14:backgroundRemoval>
                    </a14:imgEffect>
                  </a14:imgLayer>
                </a14:imgProps>
              </a:ext>
            </a:extLst>
          </a:blip>
          <a:srcRect l="52029" t="27978" r="24286" b="30603"/>
          <a:stretch>
            <a:fillRect/>
          </a:stretch>
        </p:blipFill>
        <p:spPr>
          <a:xfrm>
            <a:off x="2643250" y="2762989"/>
            <a:ext cx="1529804" cy="1925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63;p31">
            <a:extLst>
              <a:ext uri="{FF2B5EF4-FFF2-40B4-BE49-F238E27FC236}">
                <a16:creationId xmlns:a16="http://schemas.microsoft.com/office/drawing/2014/main" id="{F9D64BC5-9D47-D013-9042-4D1B07B50E50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35180" t="16667" r="42081" b="30603"/>
          <a:stretch>
            <a:fillRect/>
          </a:stretch>
        </p:blipFill>
        <p:spPr>
          <a:xfrm>
            <a:off x="4744243" y="188047"/>
            <a:ext cx="1069340" cy="21026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63;p31">
            <a:extLst>
              <a:ext uri="{FF2B5EF4-FFF2-40B4-BE49-F238E27FC236}">
                <a16:creationId xmlns:a16="http://schemas.microsoft.com/office/drawing/2014/main" id="{AD315C5C-2759-886F-1CAA-E5D90BBE82A4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t="34384" r="62908" b="30603"/>
          <a:stretch>
            <a:fillRect/>
          </a:stretch>
        </p:blipFill>
        <p:spPr>
          <a:xfrm>
            <a:off x="1858193" y="549907"/>
            <a:ext cx="2617379" cy="17407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D4CD4F8-B0F1-FC31-F445-ED4DD817BAC0}"/>
              </a:ext>
            </a:extLst>
          </p:cNvPr>
          <p:cNvCxnSpPr/>
          <p:nvPr/>
        </p:nvCxnSpPr>
        <p:spPr>
          <a:xfrm>
            <a:off x="4475572" y="0"/>
            <a:ext cx="0" cy="51435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9B944D9-CDB0-6165-489E-E6CEA6028049}"/>
              </a:ext>
            </a:extLst>
          </p:cNvPr>
          <p:cNvCxnSpPr>
            <a:cxnSpLocks/>
          </p:cNvCxnSpPr>
          <p:nvPr/>
        </p:nvCxnSpPr>
        <p:spPr>
          <a:xfrm flipH="1">
            <a:off x="0" y="2538972"/>
            <a:ext cx="9144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9125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</a:rPr>
              <a:t>Life cycle analysis 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40" name="Google Shape;140;p27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GB">
                <a:solidFill>
                  <a:srgbClr val="FF0000"/>
                </a:solidFill>
              </a:rPr>
              <a:t>Life cycle analysis is a “cradle-to-grave” analysis of a product. There are four main stages of a product's life cycle: </a:t>
            </a:r>
          </a:p>
          <a:p>
            <a:pPr>
              <a:buFont typeface="+mj-lt"/>
              <a:buAutoNum type="arabicPeriod"/>
            </a:pPr>
            <a:r>
              <a:rPr lang="en-GB" b="1">
                <a:solidFill>
                  <a:srgbClr val="FF0000"/>
                </a:solidFill>
              </a:rPr>
              <a:t>Raw materials </a:t>
            </a:r>
            <a:r>
              <a:rPr lang="en-GB">
                <a:solidFill>
                  <a:srgbClr val="FF0000"/>
                </a:solidFill>
              </a:rPr>
              <a:t>- Extracting and processing the raw materials needed</a:t>
            </a:r>
          </a:p>
          <a:p>
            <a:pPr>
              <a:buFont typeface="+mj-lt"/>
              <a:buAutoNum type="arabicPeriod"/>
            </a:pPr>
            <a:r>
              <a:rPr lang="en-GB" b="1">
                <a:solidFill>
                  <a:srgbClr val="FF0000"/>
                </a:solidFill>
              </a:rPr>
              <a:t>Manufacturing</a:t>
            </a:r>
            <a:r>
              <a:rPr lang="en-GB">
                <a:solidFill>
                  <a:srgbClr val="FF0000"/>
                </a:solidFill>
              </a:rPr>
              <a:t> - the product and its packaging</a:t>
            </a:r>
          </a:p>
          <a:p>
            <a:pPr>
              <a:buFont typeface="+mj-lt"/>
              <a:buAutoNum type="arabicPeriod"/>
            </a:pPr>
            <a:r>
              <a:rPr lang="en-GB" b="1">
                <a:solidFill>
                  <a:srgbClr val="FF0000"/>
                </a:solidFill>
              </a:rPr>
              <a:t>Use</a:t>
            </a:r>
            <a:r>
              <a:rPr lang="en-GB">
                <a:solidFill>
                  <a:srgbClr val="FF0000"/>
                </a:solidFill>
              </a:rPr>
              <a:t> - Using the product during its lifetime</a:t>
            </a:r>
          </a:p>
          <a:p>
            <a:pPr>
              <a:buFont typeface="+mj-lt"/>
              <a:buAutoNum type="arabicPeriod"/>
            </a:pPr>
            <a:r>
              <a:rPr lang="en-GB" b="1">
                <a:solidFill>
                  <a:srgbClr val="FF0000"/>
                </a:solidFill>
              </a:rPr>
              <a:t>Disposal</a:t>
            </a:r>
            <a:r>
              <a:rPr lang="en-GB">
                <a:solidFill>
                  <a:srgbClr val="FF0000"/>
                </a:solidFill>
              </a:rPr>
              <a:t> - Disposing of the product at the end of its useful life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1384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973B0-4AF8-0D49-B804-DA055715E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rgbClr val="FF0000"/>
                </a:solidFill>
              </a:rPr>
              <a:t>Extracting the raw materials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1409A3-A76A-4B4B-85F8-5DE27A0854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See previous lessons on extracting metals and oil…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747DDE-DF58-9349-9D8B-B118954EE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9840" y="2291588"/>
            <a:ext cx="4074160" cy="285191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1C87F22-0F3F-419D-A384-02E1BBF92955}"/>
              </a:ext>
            </a:extLst>
          </p:cNvPr>
          <p:cNvSpPr txBox="1"/>
          <p:nvPr/>
        </p:nvSpPr>
        <p:spPr>
          <a:xfrm>
            <a:off x="886119" y="2121031"/>
            <a:ext cx="263950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>
                <a:solidFill>
                  <a:srgbClr val="FF0000"/>
                </a:solidFill>
              </a:rPr>
              <a:t>Blast furnace</a:t>
            </a:r>
          </a:p>
          <a:p>
            <a:r>
              <a:rPr lang="en-GB" sz="2000">
                <a:solidFill>
                  <a:srgbClr val="FF0000"/>
                </a:solidFill>
              </a:rPr>
              <a:t>Electrolysis</a:t>
            </a:r>
          </a:p>
          <a:p>
            <a:endParaRPr lang="en-GB" sz="2000">
              <a:solidFill>
                <a:srgbClr val="FF0000"/>
              </a:solidFill>
            </a:endParaRPr>
          </a:p>
          <a:p>
            <a:r>
              <a:rPr lang="en-GB" sz="2000">
                <a:solidFill>
                  <a:srgbClr val="FF0000"/>
                </a:solidFill>
              </a:rPr>
              <a:t>Fractional distillation</a:t>
            </a:r>
          </a:p>
        </p:txBody>
      </p:sp>
    </p:spTree>
    <p:extLst>
      <p:ext uri="{BB962C8B-B14F-4D97-AF65-F5344CB8AC3E}">
        <p14:creationId xmlns:p14="http://schemas.microsoft.com/office/powerpoint/2010/main" val="152594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95682-AEC8-499B-8547-E793B1359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rgbClr val="FF0000"/>
                </a:solidFill>
              </a:rPr>
              <a:t>Manufacturing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60BF7A-BA8A-4DD5-9673-E80C5CFBF8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699" y="1228675"/>
            <a:ext cx="3506157" cy="3340200"/>
          </a:xfrm>
        </p:spPr>
        <p:txBody>
          <a:bodyPr/>
          <a:lstStyle/>
          <a:p>
            <a:r>
              <a:rPr lang="en-GB">
                <a:solidFill>
                  <a:srgbClr val="FF0000"/>
                </a:solidFill>
              </a:rPr>
              <a:t>Manufacturing is the process of producing a product from raw materials, usually in factories.</a:t>
            </a:r>
          </a:p>
          <a:p>
            <a:r>
              <a:rPr lang="en-GB">
                <a:solidFill>
                  <a:srgbClr val="FF0000"/>
                </a:solidFill>
              </a:rPr>
              <a:t>This is increasingly being automatised by robots.</a:t>
            </a:r>
          </a:p>
          <a:p>
            <a:r>
              <a:rPr lang="en-GB">
                <a:solidFill>
                  <a:srgbClr val="FF0000"/>
                </a:solidFill>
              </a:rPr>
              <a:t>This requires a large amount of energy.</a:t>
            </a:r>
          </a:p>
        </p:txBody>
      </p:sp>
      <p:pic>
        <p:nvPicPr>
          <p:cNvPr id="1026" name="Picture 2" descr="Tesla Robots GIFs - Get the best GIF on GIPHY">
            <a:extLst>
              <a:ext uri="{FF2B5EF4-FFF2-40B4-BE49-F238E27FC236}">
                <a16:creationId xmlns:a16="http://schemas.microsoft.com/office/drawing/2014/main" id="{4792C190-D89F-4F93-B6D2-E7384FE0E9C9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3623" y="1338607"/>
            <a:ext cx="4789965" cy="2696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9055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13B49-B607-4D5F-B4DF-640FC224A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rgbClr val="FF0000"/>
                </a:solidFill>
              </a:rPr>
              <a:t>Use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15B0E9-EB47-476B-B6C7-297BCAF197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228675"/>
            <a:ext cx="2422073" cy="3340200"/>
          </a:xfrm>
        </p:spPr>
        <p:txBody>
          <a:bodyPr/>
          <a:lstStyle/>
          <a:p>
            <a:r>
              <a:rPr lang="en-GB">
                <a:solidFill>
                  <a:srgbClr val="FF0000"/>
                </a:solidFill>
              </a:rPr>
              <a:t>Using a product such as a car or phone can also require energy.</a:t>
            </a:r>
          </a:p>
        </p:txBody>
      </p:sp>
      <p:pic>
        <p:nvPicPr>
          <p:cNvPr id="2050" name="Picture 2" descr="Tesla Drive on Make a GIF">
            <a:extLst>
              <a:ext uri="{FF2B5EF4-FFF2-40B4-BE49-F238E27FC236}">
                <a16:creationId xmlns:a16="http://schemas.microsoft.com/office/drawing/2014/main" id="{8BEF9D6C-C1BB-4CFA-BD03-EE365669B62A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0844" y="1749850"/>
            <a:ext cx="6033155" cy="3393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40777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0D73C-71FC-4184-9978-D5D9D4A1A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rgbClr val="FF0000"/>
                </a:solidFill>
              </a:rPr>
              <a:t>Disposal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6F09CB-8268-4675-9538-4CD0C01DD9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>
                <a:solidFill>
                  <a:srgbClr val="FF0000"/>
                </a:solidFill>
              </a:rPr>
              <a:t>Disposing of a product can cause pollution in landfills.</a:t>
            </a:r>
          </a:p>
          <a:p>
            <a:r>
              <a:rPr lang="en-GB">
                <a:solidFill>
                  <a:srgbClr val="FF0000"/>
                </a:solidFill>
              </a:rPr>
              <a:t>Also, if materials are burnt or incinerated this produces pollution.</a:t>
            </a:r>
          </a:p>
          <a:p>
            <a:r>
              <a:rPr lang="en-GB">
                <a:solidFill>
                  <a:srgbClr val="FF0000"/>
                </a:solidFill>
              </a:rPr>
              <a:t>At best, the raw materials are recycled and reused.</a:t>
            </a:r>
          </a:p>
        </p:txBody>
      </p:sp>
      <p:pic>
        <p:nvPicPr>
          <p:cNvPr id="3074" name="Picture 2" descr="No Matter How You Crush Cars, It&amp;#39;s Incredibly Satisfying">
            <a:extLst>
              <a:ext uri="{FF2B5EF4-FFF2-40B4-BE49-F238E27FC236}">
                <a16:creationId xmlns:a16="http://schemas.microsoft.com/office/drawing/2014/main" id="{2F35B42A-9748-45CB-900B-68FF10D6CE25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7158" y="3034742"/>
            <a:ext cx="4656841" cy="2108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01432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 u="sng">
                <a:solidFill>
                  <a:srgbClr val="FF0000"/>
                </a:solidFill>
              </a:rPr>
              <a:t>Life cycle analysis - </a:t>
            </a:r>
            <a:r>
              <a:rPr lang="en-GB"/>
              <a:t>Objectives - summary</a:t>
            </a:r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19575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Source Code Pro"/>
              <a:buChar char="-"/>
            </a:pPr>
            <a:r>
              <a:rPr lang="en-GB" sz="2400" b="1">
                <a:solidFill>
                  <a:srgbClr val="FFC000"/>
                </a:solidFill>
              </a:rPr>
              <a:t>State what is meant by life cycle analysis</a:t>
            </a:r>
          </a:p>
          <a:p>
            <a:pPr>
              <a:buFont typeface="Source Code Pro"/>
              <a:buChar char="-"/>
            </a:pPr>
            <a:r>
              <a:rPr lang="en-GB" sz="2400" b="1">
                <a:solidFill>
                  <a:srgbClr val="00B050"/>
                </a:solidFill>
              </a:rPr>
              <a:t>Perform life cycle analysis 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 sz="2400" b="1">
                <a:solidFill>
                  <a:srgbClr val="7030A0"/>
                </a:solidFill>
              </a:rPr>
              <a:t>Challenge: Evaluate the usefulness of recycling </a:t>
            </a:r>
            <a:endParaRPr sz="2400" b="1">
              <a:solidFill>
                <a:srgbClr val="7030A0"/>
              </a:solidFill>
            </a:endParaRPr>
          </a:p>
        </p:txBody>
      </p:sp>
      <p:pic>
        <p:nvPicPr>
          <p:cNvPr id="6" name="Google Shape;163;p31">
            <a:extLst>
              <a:ext uri="{FF2B5EF4-FFF2-40B4-BE49-F238E27FC236}">
                <a16:creationId xmlns:a16="http://schemas.microsoft.com/office/drawing/2014/main" id="{D47104E9-0665-40FC-ADA7-41ED3352915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16667" b="30603"/>
          <a:stretch/>
        </p:blipFill>
        <p:spPr>
          <a:xfrm>
            <a:off x="5086030" y="3538870"/>
            <a:ext cx="4057970" cy="156733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57;p13">
            <a:extLst>
              <a:ext uri="{FF2B5EF4-FFF2-40B4-BE49-F238E27FC236}">
                <a16:creationId xmlns:a16="http://schemas.microsoft.com/office/drawing/2014/main" id="{D7ABCE0E-F416-43BD-BC25-1EBED07C0640}"/>
              </a:ext>
            </a:extLst>
          </p:cNvPr>
          <p:cNvSpPr txBox="1">
            <a:spLocks/>
          </p:cNvSpPr>
          <p:nvPr/>
        </p:nvSpPr>
        <p:spPr>
          <a:xfrm>
            <a:off x="0" y="3788900"/>
            <a:ext cx="5293360" cy="1317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sz="14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sz="14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 sz="14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sz="14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sz="14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 sz="14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sz="14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Source Code Pro"/>
              <a:buChar char="■"/>
              <a:defRPr sz="14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marL="0" indent="0">
              <a:buFont typeface="Source Code Pro"/>
              <a:buNone/>
            </a:pPr>
            <a:r>
              <a:rPr lang="en-GB" b="1" u="sng">
                <a:solidFill>
                  <a:srgbClr val="FF0000"/>
                </a:solidFill>
              </a:rPr>
              <a:t>Key Words:</a:t>
            </a:r>
          </a:p>
          <a:p>
            <a:pPr marL="0" indent="0">
              <a:buFont typeface="Source Code Pro"/>
              <a:buNone/>
            </a:pPr>
            <a:r>
              <a:rPr lang="en-GB">
                <a:solidFill>
                  <a:srgbClr val="FF0000"/>
                </a:solidFill>
              </a:rPr>
              <a:t>Life cycle analysis, Recycling, Extraction, Manufacturing, Disposal, Incineration, Sustainability </a:t>
            </a:r>
          </a:p>
        </p:txBody>
      </p:sp>
    </p:spTree>
    <p:extLst>
      <p:ext uri="{BB962C8B-B14F-4D97-AF65-F5344CB8AC3E}">
        <p14:creationId xmlns:p14="http://schemas.microsoft.com/office/powerpoint/2010/main" val="29162687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06307-22E1-4DC6-BBE2-69994F3EE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577799-5621-44CB-83BF-CD1ED82F2B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C81BE5-4805-4090-A180-BCDFD4BC87A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546" t="12123" r="11341" b="8041"/>
          <a:stretch/>
        </p:blipFill>
        <p:spPr>
          <a:xfrm>
            <a:off x="3289954" y="0"/>
            <a:ext cx="5685879" cy="5231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0298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06307-22E1-4DC6-BBE2-69994F3EE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577799-5621-44CB-83BF-CD1ED82F2B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C81BE5-4805-4090-A180-BCDFD4BC87A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546" t="12123" r="11213" b="39832"/>
          <a:stretch/>
        </p:blipFill>
        <p:spPr>
          <a:xfrm>
            <a:off x="-2" y="-1"/>
            <a:ext cx="9184701" cy="5062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137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20655FD-9326-D7E6-5C8C-B5B5EEF6C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9208B-C764-D46F-0247-3498E3106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57FEFD-A7BF-37A4-5D6A-68CF2E3C51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BBE009-4FFD-A6A3-2878-1E780799DCE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546" t="12123" r="11213" b="39832"/>
          <a:stretch/>
        </p:blipFill>
        <p:spPr>
          <a:xfrm>
            <a:off x="-2" y="-1"/>
            <a:ext cx="9184701" cy="5062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3942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06307-22E1-4DC6-BBE2-69994F3EE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577799-5621-44CB-83BF-CD1ED82F2B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C81BE5-4805-4090-A180-BCDFD4BC87A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546" t="12123" r="11213" b="39832"/>
          <a:stretch/>
        </p:blipFill>
        <p:spPr>
          <a:xfrm>
            <a:off x="-2" y="-1"/>
            <a:ext cx="9184701" cy="506219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650F271-F52D-64C5-9264-7E94C984A67B}"/>
              </a:ext>
            </a:extLst>
          </p:cNvPr>
          <p:cNvSpPr/>
          <p:nvPr/>
        </p:nvSpPr>
        <p:spPr>
          <a:xfrm>
            <a:off x="55310" y="4261457"/>
            <a:ext cx="9144000" cy="32581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33D5E9-C4F0-ADFB-7AC7-3BF442FFC1D3}"/>
              </a:ext>
            </a:extLst>
          </p:cNvPr>
          <p:cNvSpPr/>
          <p:nvPr/>
        </p:nvSpPr>
        <p:spPr>
          <a:xfrm>
            <a:off x="4129280" y="4261457"/>
            <a:ext cx="1582155" cy="32581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4A5684-5F89-ADD1-C88F-D29E18FC333B}"/>
              </a:ext>
            </a:extLst>
          </p:cNvPr>
          <p:cNvSpPr/>
          <p:nvPr/>
        </p:nvSpPr>
        <p:spPr>
          <a:xfrm>
            <a:off x="7250145" y="4568875"/>
            <a:ext cx="1582155" cy="32581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354A30-BF35-509A-ED72-8895EBEB018D}"/>
              </a:ext>
            </a:extLst>
          </p:cNvPr>
          <p:cNvSpPr txBox="1"/>
          <p:nvPr/>
        </p:nvSpPr>
        <p:spPr>
          <a:xfrm>
            <a:off x="3091503" y="3789499"/>
            <a:ext cx="4331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>
                <a:solidFill>
                  <a:srgbClr val="FF0000"/>
                </a:solidFill>
              </a:rPr>
              <a:t>8.9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1F4639-3788-DA39-0431-02316D6D8A4C}"/>
              </a:ext>
            </a:extLst>
          </p:cNvPr>
          <p:cNvSpPr txBox="1"/>
          <p:nvPr/>
        </p:nvSpPr>
        <p:spPr>
          <a:xfrm>
            <a:off x="6087872" y="3789498"/>
            <a:ext cx="5325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>
                <a:solidFill>
                  <a:srgbClr val="FF0000"/>
                </a:solidFill>
              </a:rPr>
              <a:t>12.3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023DBD-421C-F190-1297-5E9D67A33620}"/>
              </a:ext>
            </a:extLst>
          </p:cNvPr>
          <p:cNvSpPr txBox="1"/>
          <p:nvPr/>
        </p:nvSpPr>
        <p:spPr>
          <a:xfrm>
            <a:off x="4627310" y="3789498"/>
            <a:ext cx="4331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>
                <a:solidFill>
                  <a:srgbClr val="FF0000"/>
                </a:solidFill>
              </a:rPr>
              <a:t>4.1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2BC4A2-73A3-F946-1410-2F7735C7D16B}"/>
              </a:ext>
            </a:extLst>
          </p:cNvPr>
          <p:cNvSpPr txBox="1"/>
          <p:nvPr/>
        </p:nvSpPr>
        <p:spPr>
          <a:xfrm>
            <a:off x="7655514" y="3654672"/>
            <a:ext cx="4331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>
                <a:solidFill>
                  <a:srgbClr val="FF0000"/>
                </a:solidFill>
              </a:rPr>
              <a:t>5.4</a:t>
            </a:r>
          </a:p>
        </p:txBody>
      </p:sp>
    </p:spTree>
    <p:extLst>
      <p:ext uri="{BB962C8B-B14F-4D97-AF65-F5344CB8AC3E}">
        <p14:creationId xmlns:p14="http://schemas.microsoft.com/office/powerpoint/2010/main" val="3545318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06307-22E1-4DC6-BBE2-69994F3EE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C81BE5-4805-4090-A180-BCDFD4BC87A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546" t="61607" r="11341" b="8041"/>
          <a:stretch/>
        </p:blipFill>
        <p:spPr>
          <a:xfrm>
            <a:off x="85276" y="84843"/>
            <a:ext cx="8973447" cy="3139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4731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1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Six mark Question </a:t>
            </a:r>
            <a:endParaRPr/>
          </a:p>
        </p:txBody>
      </p:sp>
      <p:sp>
        <p:nvSpPr>
          <p:cNvPr id="225" name="Google Shape;225;p41"/>
          <p:cNvSpPr txBox="1">
            <a:spLocks noGrp="1"/>
          </p:cNvSpPr>
          <p:nvPr>
            <p:ph type="body" idx="1"/>
          </p:nvPr>
        </p:nvSpPr>
        <p:spPr>
          <a:xfrm>
            <a:off x="311700" y="1093850"/>
            <a:ext cx="8520600" cy="382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life cycle assessment assesses the environmental impact of products such as smartphones. Some activities in the life cycle of a smartphone are listed below. 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09600" lvl="0" indent="-3175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Extracting oil from oil wells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0960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Making plastics from oil 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0960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Obtaining copper from copper ore 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0960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Putting together all the components 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0960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Packing the phone in a box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0960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Watching videos on the phone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0960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Taking apart the phone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0960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Recycling the copper from some of the phone components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Describe the four stages that are assessed in a life cycle assessment. 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your answer, give at least one example from the list above for each stage. </a:t>
            </a:r>
            <a:r>
              <a:rPr lang="en-GB" sz="1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[6 marks]</a:t>
            </a:r>
            <a:endParaRPr sz="1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600"/>
              </a:spcAft>
              <a:buNone/>
            </a:pPr>
            <a:endParaRPr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85700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1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Six mark Question </a:t>
            </a: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2B0B5C-B93E-41D4-9267-169F53391CC3}"/>
              </a:ext>
            </a:extLst>
          </p:cNvPr>
          <p:cNvSpPr txBox="1"/>
          <p:nvPr/>
        </p:nvSpPr>
        <p:spPr>
          <a:xfrm>
            <a:off x="4686300" y="1277600"/>
            <a:ext cx="4166636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sz="1400" b="0" i="0">
                <a:solidFill>
                  <a:srgbClr val="FF0000"/>
                </a:solidFill>
                <a:effectLst/>
                <a:latin typeface="Calibri" panose="020F0502020204030204" pitchFamily="34" charset="0"/>
              </a:rPr>
              <a:t>The four stages of life cycle analysis are extraction of raw material, </a:t>
            </a:r>
            <a:r>
              <a:rPr lang="en-GB">
                <a:solidFill>
                  <a:srgbClr val="FF0000"/>
                </a:solidFill>
                <a:latin typeface="Calibri" panose="020F0502020204030204" pitchFamily="34" charset="0"/>
              </a:rPr>
              <a:t>manufacturing, </a:t>
            </a:r>
            <a:r>
              <a:rPr lang="en-GB" sz="1400" b="0" i="0">
                <a:solidFill>
                  <a:srgbClr val="FF0000"/>
                </a:solidFill>
                <a:effectLst/>
                <a:latin typeface="Calibri" panose="020F0502020204030204" pitchFamily="34" charset="0"/>
              </a:rPr>
              <a:t>use and disposal. </a:t>
            </a:r>
            <a:endParaRPr lang="en-GB" b="0" i="0">
              <a:solidFill>
                <a:srgbClr val="FF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endParaRPr lang="en-GB" b="0" i="0">
              <a:solidFill>
                <a:srgbClr val="FF0000"/>
              </a:solidFill>
              <a:effectLst/>
              <a:latin typeface="Segoe UI" panose="020B0502040204020203" pitchFamily="34" charset="0"/>
            </a:endParaRP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GB" sz="1400" b="0" i="0">
                <a:solidFill>
                  <a:srgbClr val="FF0000"/>
                </a:solidFill>
                <a:effectLst/>
                <a:latin typeface="Calibri" panose="020F0502020204030204" pitchFamily="34" charset="0"/>
              </a:rPr>
              <a:t>Extracting oil from oil wells is an example of extraction, extraction of copper from copper ore is also another example of extraction. </a:t>
            </a:r>
            <a:endParaRPr lang="en-GB" b="0" i="0">
              <a:solidFill>
                <a:srgbClr val="FF0000"/>
              </a:solidFill>
              <a:effectLst/>
              <a:latin typeface="Segoe UI" panose="020B0502040204020203" pitchFamily="34" charset="0"/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sz="1400" b="0" i="0">
                <a:solidFill>
                  <a:srgbClr val="FF0000"/>
                </a:solidFill>
                <a:effectLst/>
                <a:latin typeface="Calibri" panose="020F0502020204030204" pitchFamily="34" charset="0"/>
              </a:rPr>
              <a:t>Making plastics from oil is an example of manufacturing. Packing the phone in a box is also an example of </a:t>
            </a:r>
            <a:r>
              <a:rPr lang="en-GB">
                <a:solidFill>
                  <a:srgbClr val="FF0000"/>
                </a:solidFill>
                <a:latin typeface="Calibri" panose="020F0502020204030204" pitchFamily="34" charset="0"/>
              </a:rPr>
              <a:t> manufacturing. </a:t>
            </a:r>
            <a:endParaRPr lang="en-GB" b="0" i="0">
              <a:solidFill>
                <a:srgbClr val="FF0000"/>
              </a:solidFill>
              <a:effectLst/>
              <a:latin typeface="Segoe UI" panose="020B0502040204020203" pitchFamily="34" charset="0"/>
            </a:endParaRP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GB" sz="1400" b="0" i="0">
                <a:solidFill>
                  <a:srgbClr val="FF0000"/>
                </a:solidFill>
                <a:effectLst/>
                <a:latin typeface="Calibri" panose="020F0502020204030204" pitchFamily="34" charset="0"/>
              </a:rPr>
              <a:t>Watching videos on the phone is an example of phone use. </a:t>
            </a:r>
            <a:endParaRPr lang="en-GB" b="0" i="0">
              <a:solidFill>
                <a:srgbClr val="FF0000"/>
              </a:solidFill>
              <a:effectLst/>
              <a:latin typeface="Segoe UI" panose="020B0502040204020203" pitchFamily="34" charset="0"/>
            </a:endParaRP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GB" sz="1400" b="0" i="0">
                <a:solidFill>
                  <a:srgbClr val="FF0000"/>
                </a:solidFill>
                <a:effectLst/>
                <a:latin typeface="Calibri" panose="020F0502020204030204" pitchFamily="34" charset="0"/>
              </a:rPr>
              <a:t>Taking apart the phone and then recycling the copper from some of the phone components is an example of how smartphones are disposed of. </a:t>
            </a:r>
            <a:endParaRPr lang="en-GB" b="0" i="0">
              <a:solidFill>
                <a:srgbClr val="FF0000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6353FA-813E-4850-9A80-54642E42D8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064" y="1181530"/>
            <a:ext cx="4532212" cy="203157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6DF376E-865E-8179-4B01-38B7175812CB}"/>
                  </a:ext>
                </a:extLst>
              </p14:cNvPr>
              <p14:cNvContentPartPr/>
              <p14:nvPr/>
            </p14:nvContentPartPr>
            <p14:xfrm>
              <a:off x="650130" y="1639024"/>
              <a:ext cx="1055160" cy="208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6DF376E-865E-8179-4B01-38B7175812C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32124" y="1603024"/>
                <a:ext cx="1090812" cy="9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8BC5F32-CF1F-E9A9-3BBA-D020D8FAED78}"/>
                  </a:ext>
                </a:extLst>
              </p14:cNvPr>
              <p14:cNvContentPartPr/>
              <p14:nvPr/>
            </p14:nvContentPartPr>
            <p14:xfrm>
              <a:off x="631410" y="1865104"/>
              <a:ext cx="1400400" cy="399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8BC5F32-CF1F-E9A9-3BBA-D020D8FAED7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13410" y="1829425"/>
                <a:ext cx="1436040" cy="11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9FD5C5FB-DB22-C2E7-5838-72750C4ECE15}"/>
                  </a:ext>
                </a:extLst>
              </p14:cNvPr>
              <p14:cNvContentPartPr/>
              <p14:nvPr/>
            </p14:nvContentPartPr>
            <p14:xfrm>
              <a:off x="4731810" y="197584"/>
              <a:ext cx="20160" cy="2653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9FD5C5FB-DB22-C2E7-5838-72750C4ECE1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713810" y="161584"/>
                <a:ext cx="55800" cy="33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389FE728-49F7-D6A9-7C2C-8BBBB0C32B86}"/>
                  </a:ext>
                </a:extLst>
              </p14:cNvPr>
              <p14:cNvContentPartPr/>
              <p14:nvPr/>
            </p14:nvContentPartPr>
            <p14:xfrm>
              <a:off x="4769610" y="216664"/>
              <a:ext cx="12744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389FE728-49F7-D6A9-7C2C-8BBBB0C32B8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751610" y="180664"/>
                <a:ext cx="16308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379DBEC8-C5FD-DD68-CE31-21431370A308}"/>
                  </a:ext>
                </a:extLst>
              </p14:cNvPr>
              <p14:cNvContentPartPr/>
              <p14:nvPr/>
            </p14:nvContentPartPr>
            <p14:xfrm>
              <a:off x="4788330" y="357784"/>
              <a:ext cx="54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379DBEC8-C5FD-DD68-CE31-21431370A30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770330" y="321784"/>
                <a:ext cx="90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F8BCBF94-6F85-EC64-F6A8-38FD6CA01A9E}"/>
                  </a:ext>
                </a:extLst>
              </p14:cNvPr>
              <p14:cNvContentPartPr/>
              <p14:nvPr/>
            </p14:nvContentPartPr>
            <p14:xfrm>
              <a:off x="4760250" y="461464"/>
              <a:ext cx="12060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F8BCBF94-6F85-EC64-F6A8-38FD6CA01A9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742250" y="425464"/>
                <a:ext cx="15624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13D5FC42-DDC3-4B26-8996-C7B088C96BF2}"/>
                  </a:ext>
                </a:extLst>
              </p14:cNvPr>
              <p14:cNvContentPartPr/>
              <p14:nvPr/>
            </p14:nvContentPartPr>
            <p14:xfrm>
              <a:off x="4981290" y="357784"/>
              <a:ext cx="109080" cy="1177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13D5FC42-DDC3-4B26-8996-C7B088C96BF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963290" y="321784"/>
                <a:ext cx="144720" cy="18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EC258B99-408C-78CC-3412-2B34AB83FD81}"/>
                  </a:ext>
                </a:extLst>
              </p14:cNvPr>
              <p14:cNvContentPartPr/>
              <p14:nvPr/>
            </p14:nvContentPartPr>
            <p14:xfrm>
              <a:off x="4939170" y="291904"/>
              <a:ext cx="174240" cy="1821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EC258B99-408C-78CC-3412-2B34AB83FD8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921207" y="255904"/>
                <a:ext cx="209807" cy="25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624B9B7E-EFB6-F9CF-1E26-7E305D5E634C}"/>
                  </a:ext>
                </a:extLst>
              </p14:cNvPr>
              <p14:cNvContentPartPr/>
              <p14:nvPr/>
            </p14:nvContentPartPr>
            <p14:xfrm>
              <a:off x="5194050" y="235384"/>
              <a:ext cx="62280" cy="2696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624B9B7E-EFB6-F9CF-1E26-7E305D5E634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176050" y="199384"/>
                <a:ext cx="97920" cy="34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DE04480-AB7C-D72B-EAD9-1F31AF6DE8D7}"/>
                  </a:ext>
                </a:extLst>
              </p14:cNvPr>
              <p14:cNvContentPartPr/>
              <p14:nvPr/>
            </p14:nvContentPartPr>
            <p14:xfrm>
              <a:off x="5165250" y="348424"/>
              <a:ext cx="102600" cy="176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DE04480-AB7C-D72B-EAD9-1F31AF6DE8D7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147250" y="312424"/>
                <a:ext cx="138240" cy="8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53CE4A31-E42F-1CF1-A0AF-50A36406E3C6}"/>
                  </a:ext>
                </a:extLst>
              </p14:cNvPr>
              <p14:cNvContentPartPr/>
              <p14:nvPr/>
            </p14:nvContentPartPr>
            <p14:xfrm>
              <a:off x="5336970" y="309184"/>
              <a:ext cx="119520" cy="11628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53CE4A31-E42F-1CF1-A0AF-50A36406E3C6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318970" y="273184"/>
                <a:ext cx="155160" cy="18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17D35F8F-BF95-B96B-22C6-EBBB0C862B5A}"/>
                  </a:ext>
                </a:extLst>
              </p14:cNvPr>
              <p14:cNvContentPartPr/>
              <p14:nvPr/>
            </p14:nvContentPartPr>
            <p14:xfrm>
              <a:off x="5506890" y="312064"/>
              <a:ext cx="188280" cy="1411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17D35F8F-BF95-B96B-22C6-EBBB0C862B5A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488890" y="275972"/>
                <a:ext cx="223920" cy="2129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EC4F5413-B10F-3509-822C-EB9EAA529338}"/>
                  </a:ext>
                </a:extLst>
              </p14:cNvPr>
              <p14:cNvContentPartPr/>
              <p14:nvPr/>
            </p14:nvContentPartPr>
            <p14:xfrm>
              <a:off x="5719290" y="261664"/>
              <a:ext cx="172440" cy="1609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EC4F5413-B10F-3509-822C-EB9EAA529338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701290" y="225664"/>
                <a:ext cx="208080" cy="23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D55147C9-2741-3B1F-07DE-235B41227744}"/>
                  </a:ext>
                </a:extLst>
              </p14:cNvPr>
              <p14:cNvContentPartPr/>
              <p14:nvPr/>
            </p14:nvContentPartPr>
            <p14:xfrm>
              <a:off x="6013410" y="178864"/>
              <a:ext cx="114480" cy="35604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D55147C9-2741-3B1F-07DE-235B41227744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995410" y="142864"/>
                <a:ext cx="150120" cy="42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9DDA98B8-BACA-7CF2-0803-6F483E5122EC}"/>
                  </a:ext>
                </a:extLst>
              </p14:cNvPr>
              <p14:cNvContentPartPr/>
              <p14:nvPr/>
            </p14:nvContentPartPr>
            <p14:xfrm>
              <a:off x="5957250" y="349144"/>
              <a:ext cx="196920" cy="183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9DDA98B8-BACA-7CF2-0803-6F483E5122EC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939250" y="313144"/>
                <a:ext cx="232560" cy="9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BEA6EDEA-58AA-36E7-7FC5-D5ABD5962FE5}"/>
                  </a:ext>
                </a:extLst>
              </p14:cNvPr>
              <p14:cNvContentPartPr/>
              <p14:nvPr/>
            </p14:nvContentPartPr>
            <p14:xfrm>
              <a:off x="6268290" y="357784"/>
              <a:ext cx="6120" cy="15300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BEA6EDEA-58AA-36E7-7FC5-D5ABD5962FE5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250290" y="321784"/>
                <a:ext cx="4176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258A9CD4-7EE6-5707-1042-0B44C50E09BF}"/>
                  </a:ext>
                </a:extLst>
              </p14:cNvPr>
              <p14:cNvContentPartPr/>
              <p14:nvPr/>
            </p14:nvContentPartPr>
            <p14:xfrm>
              <a:off x="6268290" y="197584"/>
              <a:ext cx="360" cy="3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258A9CD4-7EE6-5707-1042-0B44C50E09BF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250290" y="161584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9744C502-6EBE-53DE-308E-1AB1619F12EE}"/>
                  </a:ext>
                </a:extLst>
              </p14:cNvPr>
              <p14:cNvContentPartPr/>
              <p14:nvPr/>
            </p14:nvContentPartPr>
            <p14:xfrm>
              <a:off x="6397530" y="348784"/>
              <a:ext cx="146520" cy="18000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9744C502-6EBE-53DE-308E-1AB1619F12EE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379530" y="312784"/>
                <a:ext cx="182160" cy="25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EFFBEE23-2E0B-5AA7-5906-BDADD5C32360}"/>
                  </a:ext>
                </a:extLst>
              </p14:cNvPr>
              <p14:cNvContentPartPr/>
              <p14:nvPr/>
            </p14:nvContentPartPr>
            <p14:xfrm>
              <a:off x="6636210" y="325384"/>
              <a:ext cx="291600" cy="18468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EFFBEE23-2E0B-5AA7-5906-BDADD5C32360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618210" y="289384"/>
                <a:ext cx="327240" cy="25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35095BAA-CEBA-DBE9-DB09-D0135D341430}"/>
                  </a:ext>
                </a:extLst>
              </p14:cNvPr>
              <p14:cNvContentPartPr/>
              <p14:nvPr/>
            </p14:nvContentPartPr>
            <p14:xfrm>
              <a:off x="659130" y="1741624"/>
              <a:ext cx="1037880" cy="5040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35095BAA-CEBA-DBE9-DB09-D0135D341430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641130" y="1705879"/>
                <a:ext cx="1073520" cy="1215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997330AA-C87A-BE1A-C0F2-64F5E4F0B75C}"/>
                  </a:ext>
                </a:extLst>
              </p14:cNvPr>
              <p14:cNvContentPartPr/>
              <p14:nvPr/>
            </p14:nvContentPartPr>
            <p14:xfrm>
              <a:off x="698010" y="2007304"/>
              <a:ext cx="1508040" cy="4860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997330AA-C87A-BE1A-C0F2-64F5E4F0B75C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80014" y="1971304"/>
                <a:ext cx="1543671" cy="12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5317A111-3C8A-FA86-5EE0-1C66CB9CCF61}"/>
                  </a:ext>
                </a:extLst>
              </p14:cNvPr>
              <p14:cNvContentPartPr/>
              <p14:nvPr/>
            </p14:nvContentPartPr>
            <p14:xfrm>
              <a:off x="698370" y="2120704"/>
              <a:ext cx="1149120" cy="8568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5317A111-3C8A-FA86-5EE0-1C66CB9CCF61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680376" y="2084552"/>
                <a:ext cx="1184749" cy="1576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C735DF0D-88F2-ADCE-10D1-F00C2354054D}"/>
                  </a:ext>
                </a:extLst>
              </p14:cNvPr>
              <p14:cNvContentPartPr/>
              <p14:nvPr/>
            </p14:nvContentPartPr>
            <p14:xfrm>
              <a:off x="4786530" y="708784"/>
              <a:ext cx="339840" cy="24912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C735DF0D-88F2-ADCE-10D1-F00C2354054D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768530" y="672784"/>
                <a:ext cx="375480" cy="32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5FCF0FBE-55DB-1710-8E6F-E432A75D9BE4}"/>
                  </a:ext>
                </a:extLst>
              </p14:cNvPr>
              <p14:cNvContentPartPr/>
              <p14:nvPr/>
            </p14:nvContentPartPr>
            <p14:xfrm>
              <a:off x="5247330" y="789424"/>
              <a:ext cx="246600" cy="16344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5FCF0FBE-55DB-1710-8E6F-E432A75D9BE4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5229330" y="753424"/>
                <a:ext cx="282240" cy="23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E305942D-92F9-B799-37E9-EFF596076889}"/>
                  </a:ext>
                </a:extLst>
              </p14:cNvPr>
              <p14:cNvContentPartPr/>
              <p14:nvPr/>
            </p14:nvContentPartPr>
            <p14:xfrm>
              <a:off x="5551170" y="766024"/>
              <a:ext cx="184320" cy="21096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E305942D-92F9-B799-37E9-EFF596076889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5533205" y="730024"/>
                <a:ext cx="219891" cy="28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25" name="Ink 224">
                <a:extLst>
                  <a:ext uri="{FF2B5EF4-FFF2-40B4-BE49-F238E27FC236}">
                    <a16:creationId xmlns:a16="http://schemas.microsoft.com/office/drawing/2014/main" id="{F957B7E1-61D9-B872-B528-E12CC5D0310E}"/>
                  </a:ext>
                </a:extLst>
              </p14:cNvPr>
              <p14:cNvContentPartPr/>
              <p14:nvPr/>
            </p14:nvContentPartPr>
            <p14:xfrm>
              <a:off x="5825490" y="781864"/>
              <a:ext cx="291240" cy="153720"/>
            </p14:xfrm>
          </p:contentPart>
        </mc:Choice>
        <mc:Fallback xmlns="">
          <p:pic>
            <p:nvPicPr>
              <p:cNvPr id="225" name="Ink 224">
                <a:extLst>
                  <a:ext uri="{FF2B5EF4-FFF2-40B4-BE49-F238E27FC236}">
                    <a16:creationId xmlns:a16="http://schemas.microsoft.com/office/drawing/2014/main" id="{F957B7E1-61D9-B872-B528-E12CC5D0310E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5807490" y="745779"/>
                <a:ext cx="326880" cy="22552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26" name="Ink 225">
                <a:extLst>
                  <a:ext uri="{FF2B5EF4-FFF2-40B4-BE49-F238E27FC236}">
                    <a16:creationId xmlns:a16="http://schemas.microsoft.com/office/drawing/2014/main" id="{95AA7DD0-387F-4354-E441-51051B35E7F5}"/>
                  </a:ext>
                </a:extLst>
              </p14:cNvPr>
              <p14:cNvContentPartPr/>
              <p14:nvPr/>
            </p14:nvContentPartPr>
            <p14:xfrm>
              <a:off x="6190530" y="704464"/>
              <a:ext cx="227160" cy="341640"/>
            </p14:xfrm>
          </p:contentPart>
        </mc:Choice>
        <mc:Fallback xmlns="">
          <p:pic>
            <p:nvPicPr>
              <p:cNvPr id="226" name="Ink 225">
                <a:extLst>
                  <a:ext uri="{FF2B5EF4-FFF2-40B4-BE49-F238E27FC236}">
                    <a16:creationId xmlns:a16="http://schemas.microsoft.com/office/drawing/2014/main" id="{95AA7DD0-387F-4354-E441-51051B35E7F5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172530" y="668464"/>
                <a:ext cx="262800" cy="41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227" name="Ink 226">
                <a:extLst>
                  <a:ext uri="{FF2B5EF4-FFF2-40B4-BE49-F238E27FC236}">
                    <a16:creationId xmlns:a16="http://schemas.microsoft.com/office/drawing/2014/main" id="{C3DDDC5D-8A98-5AF8-1D4C-C5581CD72A08}"/>
                  </a:ext>
                </a:extLst>
              </p14:cNvPr>
              <p14:cNvContentPartPr/>
              <p14:nvPr/>
            </p14:nvContentPartPr>
            <p14:xfrm>
              <a:off x="6542970" y="812104"/>
              <a:ext cx="265320" cy="172800"/>
            </p14:xfrm>
          </p:contentPart>
        </mc:Choice>
        <mc:Fallback xmlns="">
          <p:pic>
            <p:nvPicPr>
              <p:cNvPr id="227" name="Ink 226">
                <a:extLst>
                  <a:ext uri="{FF2B5EF4-FFF2-40B4-BE49-F238E27FC236}">
                    <a16:creationId xmlns:a16="http://schemas.microsoft.com/office/drawing/2014/main" id="{C3DDDC5D-8A98-5AF8-1D4C-C5581CD72A08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6524994" y="776104"/>
                <a:ext cx="300912" cy="24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228" name="Ink 227">
                <a:extLst>
                  <a:ext uri="{FF2B5EF4-FFF2-40B4-BE49-F238E27FC236}">
                    <a16:creationId xmlns:a16="http://schemas.microsoft.com/office/drawing/2014/main" id="{42CBD957-E36B-A0F1-FD81-5A38FD917989}"/>
                  </a:ext>
                </a:extLst>
              </p14:cNvPr>
              <p14:cNvContentPartPr/>
              <p14:nvPr/>
            </p14:nvContentPartPr>
            <p14:xfrm>
              <a:off x="6870570" y="781504"/>
              <a:ext cx="124200" cy="197280"/>
            </p14:xfrm>
          </p:contentPart>
        </mc:Choice>
        <mc:Fallback xmlns="">
          <p:pic>
            <p:nvPicPr>
              <p:cNvPr id="228" name="Ink 227">
                <a:extLst>
                  <a:ext uri="{FF2B5EF4-FFF2-40B4-BE49-F238E27FC236}">
                    <a16:creationId xmlns:a16="http://schemas.microsoft.com/office/drawing/2014/main" id="{42CBD957-E36B-A0F1-FD81-5A38FD917989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6852570" y="745504"/>
                <a:ext cx="159840" cy="26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229" name="Ink 228">
                <a:extLst>
                  <a:ext uri="{FF2B5EF4-FFF2-40B4-BE49-F238E27FC236}">
                    <a16:creationId xmlns:a16="http://schemas.microsoft.com/office/drawing/2014/main" id="{1255DA35-FF7D-D7BA-7F68-6973B689DE50}"/>
                  </a:ext>
                </a:extLst>
              </p14:cNvPr>
              <p14:cNvContentPartPr/>
              <p14:nvPr/>
            </p14:nvContentPartPr>
            <p14:xfrm>
              <a:off x="7078650" y="640744"/>
              <a:ext cx="115920" cy="404280"/>
            </p14:xfrm>
          </p:contentPart>
        </mc:Choice>
        <mc:Fallback xmlns="">
          <p:pic>
            <p:nvPicPr>
              <p:cNvPr id="229" name="Ink 228">
                <a:extLst>
                  <a:ext uri="{FF2B5EF4-FFF2-40B4-BE49-F238E27FC236}">
                    <a16:creationId xmlns:a16="http://schemas.microsoft.com/office/drawing/2014/main" id="{1255DA35-FF7D-D7BA-7F68-6973B689DE50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7060650" y="604712"/>
                <a:ext cx="151560" cy="4759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230" name="Ink 229">
                <a:extLst>
                  <a:ext uri="{FF2B5EF4-FFF2-40B4-BE49-F238E27FC236}">
                    <a16:creationId xmlns:a16="http://schemas.microsoft.com/office/drawing/2014/main" id="{371E809B-CF39-F25A-2083-0E9A97A970B3}"/>
                  </a:ext>
                </a:extLst>
              </p14:cNvPr>
              <p14:cNvContentPartPr/>
              <p14:nvPr/>
            </p14:nvContentPartPr>
            <p14:xfrm>
              <a:off x="6994050" y="856744"/>
              <a:ext cx="113040" cy="38880"/>
            </p14:xfrm>
          </p:contentPart>
        </mc:Choice>
        <mc:Fallback xmlns="">
          <p:pic>
            <p:nvPicPr>
              <p:cNvPr id="230" name="Ink 229">
                <a:extLst>
                  <a:ext uri="{FF2B5EF4-FFF2-40B4-BE49-F238E27FC236}">
                    <a16:creationId xmlns:a16="http://schemas.microsoft.com/office/drawing/2014/main" id="{371E809B-CF39-F25A-2083-0E9A97A970B3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6976050" y="820744"/>
                <a:ext cx="148680" cy="11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231" name="Ink 230">
                <a:extLst>
                  <a:ext uri="{FF2B5EF4-FFF2-40B4-BE49-F238E27FC236}">
                    <a16:creationId xmlns:a16="http://schemas.microsoft.com/office/drawing/2014/main" id="{6DFFD260-4FC3-CC73-B128-153BDD23FB0F}"/>
                  </a:ext>
                </a:extLst>
              </p14:cNvPr>
              <p14:cNvContentPartPr/>
              <p14:nvPr/>
            </p14:nvContentPartPr>
            <p14:xfrm>
              <a:off x="7252170" y="819664"/>
              <a:ext cx="190800" cy="144000"/>
            </p14:xfrm>
          </p:contentPart>
        </mc:Choice>
        <mc:Fallback xmlns="">
          <p:pic>
            <p:nvPicPr>
              <p:cNvPr id="231" name="Ink 230">
                <a:extLst>
                  <a:ext uri="{FF2B5EF4-FFF2-40B4-BE49-F238E27FC236}">
                    <a16:creationId xmlns:a16="http://schemas.microsoft.com/office/drawing/2014/main" id="{6DFFD260-4FC3-CC73-B128-153BDD23FB0F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7234170" y="783664"/>
                <a:ext cx="226440" cy="21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232" name="Ink 231">
                <a:extLst>
                  <a:ext uri="{FF2B5EF4-FFF2-40B4-BE49-F238E27FC236}">
                    <a16:creationId xmlns:a16="http://schemas.microsoft.com/office/drawing/2014/main" id="{E639C103-0261-4811-25F1-DB49E0E3D07D}"/>
                  </a:ext>
                </a:extLst>
              </p14:cNvPr>
              <p14:cNvContentPartPr/>
              <p14:nvPr/>
            </p14:nvContentPartPr>
            <p14:xfrm>
              <a:off x="7548450" y="809224"/>
              <a:ext cx="75240" cy="143280"/>
            </p14:xfrm>
          </p:contentPart>
        </mc:Choice>
        <mc:Fallback xmlns="">
          <p:pic>
            <p:nvPicPr>
              <p:cNvPr id="232" name="Ink 231">
                <a:extLst>
                  <a:ext uri="{FF2B5EF4-FFF2-40B4-BE49-F238E27FC236}">
                    <a16:creationId xmlns:a16="http://schemas.microsoft.com/office/drawing/2014/main" id="{E639C103-0261-4811-25F1-DB49E0E3D07D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7530536" y="773224"/>
                <a:ext cx="110710" cy="21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233" name="Ink 232">
                <a:extLst>
                  <a:ext uri="{FF2B5EF4-FFF2-40B4-BE49-F238E27FC236}">
                    <a16:creationId xmlns:a16="http://schemas.microsoft.com/office/drawing/2014/main" id="{31EA4BFF-FBC7-AA29-C7EA-D4D2F52798CC}"/>
                  </a:ext>
                </a:extLst>
              </p14:cNvPr>
              <p14:cNvContentPartPr/>
              <p14:nvPr/>
            </p14:nvContentPartPr>
            <p14:xfrm>
              <a:off x="7729890" y="857464"/>
              <a:ext cx="18720" cy="84240"/>
            </p14:xfrm>
          </p:contentPart>
        </mc:Choice>
        <mc:Fallback xmlns="">
          <p:pic>
            <p:nvPicPr>
              <p:cNvPr id="233" name="Ink 232">
                <a:extLst>
                  <a:ext uri="{FF2B5EF4-FFF2-40B4-BE49-F238E27FC236}">
                    <a16:creationId xmlns:a16="http://schemas.microsoft.com/office/drawing/2014/main" id="{31EA4BFF-FBC7-AA29-C7EA-D4D2F52798CC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7711890" y="821464"/>
                <a:ext cx="54360" cy="15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234" name="Ink 233">
                <a:extLst>
                  <a:ext uri="{FF2B5EF4-FFF2-40B4-BE49-F238E27FC236}">
                    <a16:creationId xmlns:a16="http://schemas.microsoft.com/office/drawing/2014/main" id="{FA99C684-EEDF-72DE-2F97-70D64A18BA27}"/>
                  </a:ext>
                </a:extLst>
              </p14:cNvPr>
              <p14:cNvContentPartPr/>
              <p14:nvPr/>
            </p14:nvContentPartPr>
            <p14:xfrm>
              <a:off x="7748610" y="627424"/>
              <a:ext cx="360" cy="3960"/>
            </p14:xfrm>
          </p:contentPart>
        </mc:Choice>
        <mc:Fallback xmlns="">
          <p:pic>
            <p:nvPicPr>
              <p:cNvPr id="234" name="Ink 233">
                <a:extLst>
                  <a:ext uri="{FF2B5EF4-FFF2-40B4-BE49-F238E27FC236}">
                    <a16:creationId xmlns:a16="http://schemas.microsoft.com/office/drawing/2014/main" id="{FA99C684-EEDF-72DE-2F97-70D64A18BA27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7730610" y="591424"/>
                <a:ext cx="3600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235" name="Ink 234">
                <a:extLst>
                  <a:ext uri="{FF2B5EF4-FFF2-40B4-BE49-F238E27FC236}">
                    <a16:creationId xmlns:a16="http://schemas.microsoft.com/office/drawing/2014/main" id="{3E169A14-4640-4323-5412-28C6756283FB}"/>
                  </a:ext>
                </a:extLst>
              </p14:cNvPr>
              <p14:cNvContentPartPr/>
              <p14:nvPr/>
            </p14:nvContentPartPr>
            <p14:xfrm>
              <a:off x="7823850" y="800944"/>
              <a:ext cx="216000" cy="120600"/>
            </p14:xfrm>
          </p:contentPart>
        </mc:Choice>
        <mc:Fallback xmlns="">
          <p:pic>
            <p:nvPicPr>
              <p:cNvPr id="235" name="Ink 234">
                <a:extLst>
                  <a:ext uri="{FF2B5EF4-FFF2-40B4-BE49-F238E27FC236}">
                    <a16:creationId xmlns:a16="http://schemas.microsoft.com/office/drawing/2014/main" id="{3E169A14-4640-4323-5412-28C6756283FB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7805850" y="764944"/>
                <a:ext cx="251640" cy="19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236" name="Ink 235">
                <a:extLst>
                  <a:ext uri="{FF2B5EF4-FFF2-40B4-BE49-F238E27FC236}">
                    <a16:creationId xmlns:a16="http://schemas.microsoft.com/office/drawing/2014/main" id="{BD1CF8DB-A694-B071-ECCF-4470ACBE50E5}"/>
                  </a:ext>
                </a:extLst>
              </p14:cNvPr>
              <p14:cNvContentPartPr/>
              <p14:nvPr/>
            </p14:nvContentPartPr>
            <p14:xfrm>
              <a:off x="8126250" y="746224"/>
              <a:ext cx="224280" cy="336960"/>
            </p14:xfrm>
          </p:contentPart>
        </mc:Choice>
        <mc:Fallback xmlns="">
          <p:pic>
            <p:nvPicPr>
              <p:cNvPr id="236" name="Ink 235">
                <a:extLst>
                  <a:ext uri="{FF2B5EF4-FFF2-40B4-BE49-F238E27FC236}">
                    <a16:creationId xmlns:a16="http://schemas.microsoft.com/office/drawing/2014/main" id="{BD1CF8DB-A694-B071-ECCF-4470ACBE50E5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8108250" y="710224"/>
                <a:ext cx="259920" cy="40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237" name="Ink 236">
                <a:extLst>
                  <a:ext uri="{FF2B5EF4-FFF2-40B4-BE49-F238E27FC236}">
                    <a16:creationId xmlns:a16="http://schemas.microsoft.com/office/drawing/2014/main" id="{0FA569B3-6C04-9345-4844-6B3244936EAE}"/>
                  </a:ext>
                </a:extLst>
              </p14:cNvPr>
              <p14:cNvContentPartPr/>
              <p14:nvPr/>
            </p14:nvContentPartPr>
            <p14:xfrm>
              <a:off x="668850" y="2260744"/>
              <a:ext cx="1260360" cy="39600"/>
            </p14:xfrm>
          </p:contentPart>
        </mc:Choice>
        <mc:Fallback xmlns="">
          <p:pic>
            <p:nvPicPr>
              <p:cNvPr id="237" name="Ink 236">
                <a:extLst>
                  <a:ext uri="{FF2B5EF4-FFF2-40B4-BE49-F238E27FC236}">
                    <a16:creationId xmlns:a16="http://schemas.microsoft.com/office/drawing/2014/main" id="{0FA569B3-6C04-9345-4844-6B3244936EAE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650850" y="2224414"/>
                <a:ext cx="1296000" cy="11189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238" name="Ink 237">
                <a:extLst>
                  <a:ext uri="{FF2B5EF4-FFF2-40B4-BE49-F238E27FC236}">
                    <a16:creationId xmlns:a16="http://schemas.microsoft.com/office/drawing/2014/main" id="{FC0D5D96-1E8C-8BEB-3DD9-ACD247F829B3}"/>
                  </a:ext>
                </a:extLst>
              </p14:cNvPr>
              <p14:cNvContentPartPr/>
              <p14:nvPr/>
            </p14:nvContentPartPr>
            <p14:xfrm>
              <a:off x="866850" y="3581944"/>
              <a:ext cx="283320" cy="313560"/>
            </p14:xfrm>
          </p:contentPart>
        </mc:Choice>
        <mc:Fallback xmlns="">
          <p:pic>
            <p:nvPicPr>
              <p:cNvPr id="238" name="Ink 237">
                <a:extLst>
                  <a:ext uri="{FF2B5EF4-FFF2-40B4-BE49-F238E27FC236}">
                    <a16:creationId xmlns:a16="http://schemas.microsoft.com/office/drawing/2014/main" id="{FC0D5D96-1E8C-8BEB-3DD9-ACD247F829B3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848873" y="3545944"/>
                <a:ext cx="318915" cy="38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239" name="Ink 238">
                <a:extLst>
                  <a:ext uri="{FF2B5EF4-FFF2-40B4-BE49-F238E27FC236}">
                    <a16:creationId xmlns:a16="http://schemas.microsoft.com/office/drawing/2014/main" id="{C3CC6D92-A467-A2FF-5C94-D366D42178EE}"/>
                  </a:ext>
                </a:extLst>
              </p14:cNvPr>
              <p14:cNvContentPartPr/>
              <p14:nvPr/>
            </p14:nvContentPartPr>
            <p14:xfrm>
              <a:off x="1225050" y="3649264"/>
              <a:ext cx="245520" cy="254160"/>
            </p14:xfrm>
          </p:contentPart>
        </mc:Choice>
        <mc:Fallback xmlns="">
          <p:pic>
            <p:nvPicPr>
              <p:cNvPr id="239" name="Ink 238">
                <a:extLst>
                  <a:ext uri="{FF2B5EF4-FFF2-40B4-BE49-F238E27FC236}">
                    <a16:creationId xmlns:a16="http://schemas.microsoft.com/office/drawing/2014/main" id="{C3CC6D92-A467-A2FF-5C94-D366D42178EE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207076" y="3613264"/>
                <a:ext cx="281108" cy="32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240" name="Ink 239">
                <a:extLst>
                  <a:ext uri="{FF2B5EF4-FFF2-40B4-BE49-F238E27FC236}">
                    <a16:creationId xmlns:a16="http://schemas.microsoft.com/office/drawing/2014/main" id="{0579EDCD-FE4B-7499-1B70-8D51024958F6}"/>
                  </a:ext>
                </a:extLst>
              </p14:cNvPr>
              <p14:cNvContentPartPr/>
              <p14:nvPr/>
            </p14:nvContentPartPr>
            <p14:xfrm>
              <a:off x="1451490" y="3730264"/>
              <a:ext cx="231120" cy="249120"/>
            </p14:xfrm>
          </p:contentPart>
        </mc:Choice>
        <mc:Fallback xmlns="">
          <p:pic>
            <p:nvPicPr>
              <p:cNvPr id="240" name="Ink 239">
                <a:extLst>
                  <a:ext uri="{FF2B5EF4-FFF2-40B4-BE49-F238E27FC236}">
                    <a16:creationId xmlns:a16="http://schemas.microsoft.com/office/drawing/2014/main" id="{0579EDCD-FE4B-7499-1B70-8D51024958F6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433518" y="3694264"/>
                <a:ext cx="266705" cy="32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241" name="Ink 240">
                <a:extLst>
                  <a:ext uri="{FF2B5EF4-FFF2-40B4-BE49-F238E27FC236}">
                    <a16:creationId xmlns:a16="http://schemas.microsoft.com/office/drawing/2014/main" id="{17549775-AC75-2DCB-E5AD-5F6309573D7E}"/>
                  </a:ext>
                </a:extLst>
              </p14:cNvPr>
              <p14:cNvContentPartPr/>
              <p14:nvPr/>
            </p14:nvContentPartPr>
            <p14:xfrm>
              <a:off x="678210" y="2394304"/>
              <a:ext cx="904680" cy="28800"/>
            </p14:xfrm>
          </p:contentPart>
        </mc:Choice>
        <mc:Fallback xmlns="">
          <p:pic>
            <p:nvPicPr>
              <p:cNvPr id="241" name="Ink 240">
                <a:extLst>
                  <a:ext uri="{FF2B5EF4-FFF2-40B4-BE49-F238E27FC236}">
                    <a16:creationId xmlns:a16="http://schemas.microsoft.com/office/drawing/2014/main" id="{17549775-AC75-2DCB-E5AD-5F6309573D7E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660210" y="2358304"/>
                <a:ext cx="940320" cy="10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242" name="Ink 241">
                <a:extLst>
                  <a:ext uri="{FF2B5EF4-FFF2-40B4-BE49-F238E27FC236}">
                    <a16:creationId xmlns:a16="http://schemas.microsoft.com/office/drawing/2014/main" id="{8177495C-CD8E-0ED0-48B2-2E58EF6053B8}"/>
                  </a:ext>
                </a:extLst>
              </p14:cNvPr>
              <p14:cNvContentPartPr/>
              <p14:nvPr/>
            </p14:nvContentPartPr>
            <p14:xfrm>
              <a:off x="678210" y="2531824"/>
              <a:ext cx="2422440" cy="80280"/>
            </p14:xfrm>
          </p:contentPart>
        </mc:Choice>
        <mc:Fallback xmlns="">
          <p:pic>
            <p:nvPicPr>
              <p:cNvPr id="242" name="Ink 241">
                <a:extLst>
                  <a:ext uri="{FF2B5EF4-FFF2-40B4-BE49-F238E27FC236}">
                    <a16:creationId xmlns:a16="http://schemas.microsoft.com/office/drawing/2014/main" id="{8177495C-CD8E-0ED0-48B2-2E58EF6053B8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660207" y="2495824"/>
                <a:ext cx="2458085" cy="15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243" name="Ink 242">
                <a:extLst>
                  <a:ext uri="{FF2B5EF4-FFF2-40B4-BE49-F238E27FC236}">
                    <a16:creationId xmlns:a16="http://schemas.microsoft.com/office/drawing/2014/main" id="{488D4001-B5E0-C808-B5D6-5C46064A095C}"/>
                  </a:ext>
                </a:extLst>
              </p14:cNvPr>
              <p14:cNvContentPartPr/>
              <p14:nvPr/>
            </p14:nvContentPartPr>
            <p14:xfrm>
              <a:off x="1083570" y="4326784"/>
              <a:ext cx="341280" cy="502200"/>
            </p14:xfrm>
          </p:contentPart>
        </mc:Choice>
        <mc:Fallback xmlns="">
          <p:pic>
            <p:nvPicPr>
              <p:cNvPr id="243" name="Ink 242">
                <a:extLst>
                  <a:ext uri="{FF2B5EF4-FFF2-40B4-BE49-F238E27FC236}">
                    <a16:creationId xmlns:a16="http://schemas.microsoft.com/office/drawing/2014/main" id="{488D4001-B5E0-C808-B5D6-5C46064A095C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065570" y="4290810"/>
                <a:ext cx="376920" cy="57378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244" name="Ink 243">
                <a:extLst>
                  <a:ext uri="{FF2B5EF4-FFF2-40B4-BE49-F238E27FC236}">
                    <a16:creationId xmlns:a16="http://schemas.microsoft.com/office/drawing/2014/main" id="{9BF36954-BF30-01FD-AE13-6BA836E6B605}"/>
                  </a:ext>
                </a:extLst>
              </p14:cNvPr>
              <p14:cNvContentPartPr/>
              <p14:nvPr/>
            </p14:nvContentPartPr>
            <p14:xfrm>
              <a:off x="1545450" y="4590664"/>
              <a:ext cx="32040" cy="125640"/>
            </p14:xfrm>
          </p:contentPart>
        </mc:Choice>
        <mc:Fallback xmlns="">
          <p:pic>
            <p:nvPicPr>
              <p:cNvPr id="244" name="Ink 243">
                <a:extLst>
                  <a:ext uri="{FF2B5EF4-FFF2-40B4-BE49-F238E27FC236}">
                    <a16:creationId xmlns:a16="http://schemas.microsoft.com/office/drawing/2014/main" id="{9BF36954-BF30-01FD-AE13-6BA836E6B605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527245" y="4554664"/>
                <a:ext cx="68085" cy="19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245" name="Ink 244">
                <a:extLst>
                  <a:ext uri="{FF2B5EF4-FFF2-40B4-BE49-F238E27FC236}">
                    <a16:creationId xmlns:a16="http://schemas.microsoft.com/office/drawing/2014/main" id="{6E327CB6-893F-12BB-9F96-FD69790FBACE}"/>
                  </a:ext>
                </a:extLst>
              </p14:cNvPr>
              <p14:cNvContentPartPr/>
              <p14:nvPr/>
            </p14:nvContentPartPr>
            <p14:xfrm>
              <a:off x="1592970" y="4383304"/>
              <a:ext cx="360" cy="360"/>
            </p14:xfrm>
          </p:contentPart>
        </mc:Choice>
        <mc:Fallback xmlns="">
          <p:pic>
            <p:nvPicPr>
              <p:cNvPr id="245" name="Ink 244">
                <a:extLst>
                  <a:ext uri="{FF2B5EF4-FFF2-40B4-BE49-F238E27FC236}">
                    <a16:creationId xmlns:a16="http://schemas.microsoft.com/office/drawing/2014/main" id="{6E327CB6-893F-12BB-9F96-FD69790FBACE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574970" y="4347304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246" name="Ink 245">
                <a:extLst>
                  <a:ext uri="{FF2B5EF4-FFF2-40B4-BE49-F238E27FC236}">
                    <a16:creationId xmlns:a16="http://schemas.microsoft.com/office/drawing/2014/main" id="{274B2B28-841A-9514-5C79-61E90EB38EAE}"/>
                  </a:ext>
                </a:extLst>
              </p14:cNvPr>
              <p14:cNvContentPartPr/>
              <p14:nvPr/>
            </p14:nvContentPartPr>
            <p14:xfrm>
              <a:off x="1657410" y="4467544"/>
              <a:ext cx="190080" cy="281160"/>
            </p14:xfrm>
          </p:contentPart>
        </mc:Choice>
        <mc:Fallback xmlns="">
          <p:pic>
            <p:nvPicPr>
              <p:cNvPr id="246" name="Ink 245">
                <a:extLst>
                  <a:ext uri="{FF2B5EF4-FFF2-40B4-BE49-F238E27FC236}">
                    <a16:creationId xmlns:a16="http://schemas.microsoft.com/office/drawing/2014/main" id="{274B2B28-841A-9514-5C79-61E90EB38EAE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639410" y="4431544"/>
                <a:ext cx="225720" cy="35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247" name="Ink 246">
                <a:extLst>
                  <a:ext uri="{FF2B5EF4-FFF2-40B4-BE49-F238E27FC236}">
                    <a16:creationId xmlns:a16="http://schemas.microsoft.com/office/drawing/2014/main" id="{D3DD4CF2-4A78-AD73-2682-9538146F82AE}"/>
                  </a:ext>
                </a:extLst>
              </p14:cNvPr>
              <p14:cNvContentPartPr/>
              <p14:nvPr/>
            </p14:nvContentPartPr>
            <p14:xfrm>
              <a:off x="1875570" y="4538464"/>
              <a:ext cx="135000" cy="525240"/>
            </p14:xfrm>
          </p:contentPart>
        </mc:Choice>
        <mc:Fallback xmlns="">
          <p:pic>
            <p:nvPicPr>
              <p:cNvPr id="247" name="Ink 246">
                <a:extLst>
                  <a:ext uri="{FF2B5EF4-FFF2-40B4-BE49-F238E27FC236}">
                    <a16:creationId xmlns:a16="http://schemas.microsoft.com/office/drawing/2014/main" id="{D3DD4CF2-4A78-AD73-2682-9538146F82AE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857570" y="4502464"/>
                <a:ext cx="170640" cy="59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248" name="Ink 247">
                <a:extLst>
                  <a:ext uri="{FF2B5EF4-FFF2-40B4-BE49-F238E27FC236}">
                    <a16:creationId xmlns:a16="http://schemas.microsoft.com/office/drawing/2014/main" id="{BC33DC86-C904-3012-62E0-13364DCBA7C4}"/>
                  </a:ext>
                </a:extLst>
              </p14:cNvPr>
              <p14:cNvContentPartPr/>
              <p14:nvPr/>
            </p14:nvContentPartPr>
            <p14:xfrm>
              <a:off x="2098050" y="4506784"/>
              <a:ext cx="157320" cy="189720"/>
            </p14:xfrm>
          </p:contentPart>
        </mc:Choice>
        <mc:Fallback xmlns="">
          <p:pic>
            <p:nvPicPr>
              <p:cNvPr id="248" name="Ink 247">
                <a:extLst>
                  <a:ext uri="{FF2B5EF4-FFF2-40B4-BE49-F238E27FC236}">
                    <a16:creationId xmlns:a16="http://schemas.microsoft.com/office/drawing/2014/main" id="{BC33DC86-C904-3012-62E0-13364DCBA7C4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2080050" y="4470784"/>
                <a:ext cx="192960" cy="26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249" name="Ink 248">
                <a:extLst>
                  <a:ext uri="{FF2B5EF4-FFF2-40B4-BE49-F238E27FC236}">
                    <a16:creationId xmlns:a16="http://schemas.microsoft.com/office/drawing/2014/main" id="{FF86F0D1-5FA6-A9ED-D7E9-F321382299BB}"/>
                  </a:ext>
                </a:extLst>
              </p14:cNvPr>
              <p14:cNvContentPartPr/>
              <p14:nvPr/>
            </p14:nvContentPartPr>
            <p14:xfrm>
              <a:off x="2373810" y="4372864"/>
              <a:ext cx="171720" cy="324360"/>
            </p14:xfrm>
          </p:contentPart>
        </mc:Choice>
        <mc:Fallback xmlns="">
          <p:pic>
            <p:nvPicPr>
              <p:cNvPr id="249" name="Ink 248">
                <a:extLst>
                  <a:ext uri="{FF2B5EF4-FFF2-40B4-BE49-F238E27FC236}">
                    <a16:creationId xmlns:a16="http://schemas.microsoft.com/office/drawing/2014/main" id="{FF86F0D1-5FA6-A9ED-D7E9-F321382299BB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2355810" y="4336904"/>
                <a:ext cx="207360" cy="39592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250" name="Ink 249">
                <a:extLst>
                  <a:ext uri="{FF2B5EF4-FFF2-40B4-BE49-F238E27FC236}">
                    <a16:creationId xmlns:a16="http://schemas.microsoft.com/office/drawing/2014/main" id="{155EF2A4-9E5C-5DEE-7782-A7A3F796C8E1}"/>
                  </a:ext>
                </a:extLst>
              </p14:cNvPr>
              <p14:cNvContentPartPr/>
              <p14:nvPr/>
            </p14:nvContentPartPr>
            <p14:xfrm>
              <a:off x="2589090" y="4523344"/>
              <a:ext cx="177480" cy="192240"/>
            </p14:xfrm>
          </p:contentPart>
        </mc:Choice>
        <mc:Fallback xmlns="">
          <p:pic>
            <p:nvPicPr>
              <p:cNvPr id="250" name="Ink 249">
                <a:extLst>
                  <a:ext uri="{FF2B5EF4-FFF2-40B4-BE49-F238E27FC236}">
                    <a16:creationId xmlns:a16="http://schemas.microsoft.com/office/drawing/2014/main" id="{155EF2A4-9E5C-5DEE-7782-A7A3F796C8E1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2571090" y="4487344"/>
                <a:ext cx="213120" cy="26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251" name="Ink 250">
                <a:extLst>
                  <a:ext uri="{FF2B5EF4-FFF2-40B4-BE49-F238E27FC236}">
                    <a16:creationId xmlns:a16="http://schemas.microsoft.com/office/drawing/2014/main" id="{CA371F53-F678-C37D-4269-A1C3378BBBAE}"/>
                  </a:ext>
                </a:extLst>
              </p14:cNvPr>
              <p14:cNvContentPartPr/>
              <p14:nvPr/>
            </p14:nvContentPartPr>
            <p14:xfrm>
              <a:off x="2808690" y="4147504"/>
              <a:ext cx="140040" cy="583560"/>
            </p14:xfrm>
          </p:contentPart>
        </mc:Choice>
        <mc:Fallback xmlns="">
          <p:pic>
            <p:nvPicPr>
              <p:cNvPr id="251" name="Ink 250">
                <a:extLst>
                  <a:ext uri="{FF2B5EF4-FFF2-40B4-BE49-F238E27FC236}">
                    <a16:creationId xmlns:a16="http://schemas.microsoft.com/office/drawing/2014/main" id="{CA371F53-F678-C37D-4269-A1C3378BBBAE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2790690" y="4111504"/>
                <a:ext cx="175680" cy="655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9457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2"/>
          <p:cNvSpPr txBox="1">
            <a:spLocks noGrp="1"/>
          </p:cNvSpPr>
          <p:nvPr>
            <p:ph type="body" idx="1"/>
          </p:nvPr>
        </p:nvSpPr>
        <p:spPr>
          <a:xfrm>
            <a:off x="210175" y="651300"/>
            <a:ext cx="2778000" cy="3840900"/>
          </a:xfrm>
          <a:prstGeom prst="rect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life cycle assessment assesses the environmental impact of products such as smartphones. Some activities in the life cycle of a smartphone are listed below. 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09600" lvl="0" indent="-2921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en-GB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Extracting oil from oil wells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09600" lvl="0" indent="-2921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en-GB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Making plastics from oil 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09600" lvl="0" indent="-2921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en-GB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Obtaining copper from copper ore 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09600" lvl="0" indent="-2921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en-GB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Putting together all the components 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09600" lvl="0" indent="-2921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en-GB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Packing the phone in a box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09600" lvl="0" indent="-2921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en-GB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Watching videos on the phone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09600" lvl="0" indent="-2921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en-GB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Taking apart the phone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09600" lvl="0" indent="-2921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en-GB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Recycling the copper from some of the phone components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00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Describe the four stages that are assessed in a life cycle assessment. In your answer, give at least one example from the list above for each stage. </a:t>
            </a:r>
            <a:r>
              <a:rPr lang="en-GB" sz="10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[6 marks]</a:t>
            </a:r>
            <a:endParaRPr sz="10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000"/>
              </a:spcBef>
              <a:spcAft>
                <a:spcPts val="1600"/>
              </a:spcAft>
              <a:buNone/>
            </a:pPr>
            <a:endParaRPr sz="1000">
              <a:solidFill>
                <a:srgbClr val="000000"/>
              </a:solidFill>
            </a:endParaRPr>
          </a:p>
        </p:txBody>
      </p:sp>
      <p:sp>
        <p:nvSpPr>
          <p:cNvPr id="231" name="Google Shape;231;p42"/>
          <p:cNvSpPr txBox="1">
            <a:spLocks noGrp="1"/>
          </p:cNvSpPr>
          <p:nvPr>
            <p:ph type="body" idx="1"/>
          </p:nvPr>
        </p:nvSpPr>
        <p:spPr>
          <a:xfrm>
            <a:off x="3153050" y="651300"/>
            <a:ext cx="2778000" cy="3840900"/>
          </a:xfrm>
          <a:prstGeom prst="rect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life cycle assessment assesses the environmental impact of products such as smartphones. Some activities in the life cycle of a smartphone are listed below. 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09600" lvl="0" indent="-2921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en-GB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Extracting oil from oil wells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09600" lvl="0" indent="-2921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en-GB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Making plastics from oil 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09600" lvl="0" indent="-2921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en-GB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Obtaining copper from copper ore 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09600" lvl="0" indent="-2921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en-GB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Putting together all the components 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09600" lvl="0" indent="-2921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en-GB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Packing the phone in a box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09600" lvl="0" indent="-2921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en-GB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Watching videos on the phone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09600" lvl="0" indent="-2921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en-GB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Taking apart the phone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09600" lvl="0" indent="-2921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en-GB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Recycling the copper from some of the phone components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00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Describe the four stages that are assessed in a life cycle assessment. In your answer, give at least one example from the list above for each stage. </a:t>
            </a:r>
            <a:r>
              <a:rPr lang="en-GB" sz="10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[6 marks]</a:t>
            </a:r>
            <a:endParaRPr sz="10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000"/>
              </a:spcBef>
              <a:spcAft>
                <a:spcPts val="1600"/>
              </a:spcAft>
              <a:buNone/>
            </a:pPr>
            <a:endParaRPr sz="1000">
              <a:solidFill>
                <a:srgbClr val="000000"/>
              </a:solidFill>
            </a:endParaRPr>
          </a:p>
        </p:txBody>
      </p:sp>
      <p:sp>
        <p:nvSpPr>
          <p:cNvPr id="232" name="Google Shape;232;p42"/>
          <p:cNvSpPr txBox="1">
            <a:spLocks noGrp="1"/>
          </p:cNvSpPr>
          <p:nvPr>
            <p:ph type="body" idx="1"/>
          </p:nvPr>
        </p:nvSpPr>
        <p:spPr>
          <a:xfrm>
            <a:off x="6155825" y="651300"/>
            <a:ext cx="2778000" cy="3840900"/>
          </a:xfrm>
          <a:prstGeom prst="rect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life cycle assessment assesses the environmental impact of products such as smartphones. Some activities in the life cycle of a smartphone are listed below. 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09600" lvl="0" indent="-2921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en-GB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Extracting oil from oil wells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09600" lvl="0" indent="-2921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en-GB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Making plastics from oil 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09600" lvl="0" indent="-2921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en-GB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Obtaining copper from copper ore 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09600" lvl="0" indent="-2921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en-GB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Putting together all the components 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09600" lvl="0" indent="-2921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en-GB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Packing the phone in a box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09600" lvl="0" indent="-2921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en-GB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Watching videos on the phone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09600" lvl="0" indent="-2921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en-GB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Taking apart the phone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09600" lvl="0" indent="-2921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en-GB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Recycling the copper from some of the phone components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00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Describe the four stages that are assessed in a life cycle assessment. In your answer, give at least one example from the list above for each stage. </a:t>
            </a:r>
            <a:r>
              <a:rPr lang="en-GB" sz="10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[6 marks]</a:t>
            </a:r>
            <a:endParaRPr sz="10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000"/>
              </a:spcBef>
              <a:spcAft>
                <a:spcPts val="1600"/>
              </a:spcAft>
              <a:buNone/>
            </a:pPr>
            <a:endParaRPr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21265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 u="sng">
                <a:solidFill>
                  <a:srgbClr val="FF0000"/>
                </a:solidFill>
              </a:rPr>
              <a:t>Life cycle analysis - </a:t>
            </a:r>
            <a:r>
              <a:rPr lang="en-GB"/>
              <a:t>Objectives - summary</a:t>
            </a:r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19575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Source Code Pro"/>
              <a:buChar char="-"/>
            </a:pPr>
            <a:r>
              <a:rPr lang="en-GB" sz="2400" b="1">
                <a:solidFill>
                  <a:srgbClr val="FFC000"/>
                </a:solidFill>
              </a:rPr>
              <a:t>State what is meant by life cycle analysis</a:t>
            </a:r>
          </a:p>
          <a:p>
            <a:pPr>
              <a:buFont typeface="Source Code Pro"/>
              <a:buChar char="-"/>
            </a:pPr>
            <a:r>
              <a:rPr lang="en-GB" sz="2400" b="1">
                <a:solidFill>
                  <a:srgbClr val="00B050"/>
                </a:solidFill>
              </a:rPr>
              <a:t>Perform life cycle analysis 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 sz="2400" b="1">
                <a:solidFill>
                  <a:srgbClr val="7030A0"/>
                </a:solidFill>
              </a:rPr>
              <a:t>Challenge: Evaluate the usefulness of recycling </a:t>
            </a:r>
            <a:endParaRPr sz="2400" b="1">
              <a:solidFill>
                <a:srgbClr val="7030A0"/>
              </a:solidFill>
            </a:endParaRPr>
          </a:p>
        </p:txBody>
      </p:sp>
      <p:pic>
        <p:nvPicPr>
          <p:cNvPr id="6" name="Google Shape;163;p31">
            <a:extLst>
              <a:ext uri="{FF2B5EF4-FFF2-40B4-BE49-F238E27FC236}">
                <a16:creationId xmlns:a16="http://schemas.microsoft.com/office/drawing/2014/main" id="{D47104E9-0665-40FC-ADA7-41ED3352915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16667" b="30603"/>
          <a:stretch/>
        </p:blipFill>
        <p:spPr>
          <a:xfrm>
            <a:off x="5086030" y="3538870"/>
            <a:ext cx="4057970" cy="156733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57;p13">
            <a:extLst>
              <a:ext uri="{FF2B5EF4-FFF2-40B4-BE49-F238E27FC236}">
                <a16:creationId xmlns:a16="http://schemas.microsoft.com/office/drawing/2014/main" id="{D7ABCE0E-F416-43BD-BC25-1EBED07C0640}"/>
              </a:ext>
            </a:extLst>
          </p:cNvPr>
          <p:cNvSpPr txBox="1">
            <a:spLocks/>
          </p:cNvSpPr>
          <p:nvPr/>
        </p:nvSpPr>
        <p:spPr>
          <a:xfrm>
            <a:off x="0" y="3788900"/>
            <a:ext cx="5293360" cy="1317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sz="14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sz="14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 sz="14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sz="14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sz="14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 sz="14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sz="14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Source Code Pro"/>
              <a:buChar char="■"/>
              <a:defRPr sz="14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marL="0" indent="0">
              <a:buFont typeface="Source Code Pro"/>
              <a:buNone/>
            </a:pPr>
            <a:r>
              <a:rPr lang="en-GB" b="1" u="sng">
                <a:solidFill>
                  <a:srgbClr val="FF0000"/>
                </a:solidFill>
              </a:rPr>
              <a:t>Key Words:</a:t>
            </a:r>
          </a:p>
          <a:p>
            <a:pPr marL="0" indent="0">
              <a:buFont typeface="Source Code Pro"/>
              <a:buNone/>
            </a:pPr>
            <a:r>
              <a:rPr lang="en-GB">
                <a:solidFill>
                  <a:srgbClr val="FF0000"/>
                </a:solidFill>
              </a:rPr>
              <a:t>Life cycle analysis, Recycling, Extraction, Manufacturing, Disposal, Incineration, Sustainability </a:t>
            </a:r>
          </a:p>
        </p:txBody>
      </p:sp>
    </p:spTree>
    <p:extLst>
      <p:ext uri="{BB962C8B-B14F-4D97-AF65-F5344CB8AC3E}">
        <p14:creationId xmlns:p14="http://schemas.microsoft.com/office/powerpoint/2010/main" val="36547878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31"/>
          <p:cNvPicPr preferRelativeResize="0"/>
          <p:nvPr/>
        </p:nvPicPr>
        <p:blipFill rotWithShape="1">
          <a:blip r:embed="rId3">
            <a:alphaModFix/>
          </a:blip>
          <a:srcRect t="16667" b="30603"/>
          <a:stretch/>
        </p:blipFill>
        <p:spPr>
          <a:xfrm>
            <a:off x="1043751" y="773904"/>
            <a:ext cx="7056498" cy="262160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CD02486-1F67-4337-B231-4A522313B9F5}"/>
              </a:ext>
            </a:extLst>
          </p:cNvPr>
          <p:cNvSpPr txBox="1"/>
          <p:nvPr/>
        </p:nvSpPr>
        <p:spPr>
          <a:xfrm>
            <a:off x="1350629" y="1233182"/>
            <a:ext cx="18733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>
                <a:solidFill>
                  <a:srgbClr val="FF0000"/>
                </a:solidFill>
                <a:latin typeface="Source Code Pro"/>
                <a:ea typeface="Source Code Pro"/>
                <a:sym typeface="Source Code Pro"/>
              </a:rPr>
              <a:t>(Extracting) Raw materials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B40EF6-0D15-44F1-9A87-B8287497AD56}"/>
              </a:ext>
            </a:extLst>
          </p:cNvPr>
          <p:cNvSpPr txBox="1"/>
          <p:nvPr/>
        </p:nvSpPr>
        <p:spPr>
          <a:xfrm>
            <a:off x="3373774" y="558960"/>
            <a:ext cx="18693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>
                <a:solidFill>
                  <a:srgbClr val="FF0000"/>
                </a:solidFill>
                <a:latin typeface="Source Code Pro"/>
                <a:ea typeface="Source Code Pro"/>
                <a:sym typeface="Source Code Pro"/>
              </a:rPr>
              <a:t>Manufacture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042057-0448-4B5A-A69A-8409ABB2B41D}"/>
              </a:ext>
            </a:extLst>
          </p:cNvPr>
          <p:cNvSpPr txBox="1"/>
          <p:nvPr/>
        </p:nvSpPr>
        <p:spPr>
          <a:xfrm>
            <a:off x="5399340" y="1079293"/>
            <a:ext cx="774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>
                <a:solidFill>
                  <a:srgbClr val="FF0000"/>
                </a:solidFill>
                <a:latin typeface="Source Code Pro"/>
                <a:ea typeface="Source Code Pro"/>
                <a:sym typeface="Source Code Pro"/>
              </a:rPr>
              <a:t>Use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3E189A-F69C-4971-A092-A53E327DC2BA}"/>
              </a:ext>
            </a:extLst>
          </p:cNvPr>
          <p:cNvSpPr txBox="1"/>
          <p:nvPr/>
        </p:nvSpPr>
        <p:spPr>
          <a:xfrm>
            <a:off x="6422077" y="466127"/>
            <a:ext cx="1678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>
                <a:solidFill>
                  <a:srgbClr val="FF0000"/>
                </a:solidFill>
                <a:latin typeface="Source Code Pro"/>
                <a:ea typeface="Source Code Pro"/>
                <a:sym typeface="Source Code Pro"/>
              </a:rPr>
              <a:t>Disposal</a:t>
            </a:r>
          </a:p>
        </p:txBody>
      </p:sp>
      <p:sp>
        <p:nvSpPr>
          <p:cNvPr id="4" name="Arrow: Curved Up 3">
            <a:extLst>
              <a:ext uri="{FF2B5EF4-FFF2-40B4-BE49-F238E27FC236}">
                <a16:creationId xmlns:a16="http://schemas.microsoft.com/office/drawing/2014/main" id="{9C6801CC-9971-49DC-BE41-A841BBE55AB1}"/>
              </a:ext>
            </a:extLst>
          </p:cNvPr>
          <p:cNvSpPr/>
          <p:nvPr/>
        </p:nvSpPr>
        <p:spPr>
          <a:xfrm flipH="1">
            <a:off x="2558641" y="3538876"/>
            <a:ext cx="4605555" cy="1050661"/>
          </a:xfrm>
          <a:prstGeom prst="curvedUpArrow">
            <a:avLst>
              <a:gd name="adj1" fmla="val 20284"/>
              <a:gd name="adj2" fmla="val 50000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EEBE3E-E69E-4139-8A62-991E399ED42C}"/>
              </a:ext>
            </a:extLst>
          </p:cNvPr>
          <p:cNvSpPr txBox="1"/>
          <p:nvPr/>
        </p:nvSpPr>
        <p:spPr>
          <a:xfrm>
            <a:off x="4308447" y="4732908"/>
            <a:ext cx="13564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>
                <a:solidFill>
                  <a:srgbClr val="7030A0"/>
                </a:solidFill>
              </a:rPr>
              <a:t>Recycling???</a:t>
            </a:r>
          </a:p>
        </p:txBody>
      </p:sp>
    </p:spTree>
    <p:extLst>
      <p:ext uri="{BB962C8B-B14F-4D97-AF65-F5344CB8AC3E}">
        <p14:creationId xmlns:p14="http://schemas.microsoft.com/office/powerpoint/2010/main" val="1301326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  <p:bldP spid="7" grpId="0"/>
      <p:bldP spid="4" grpId="0" animBg="1"/>
      <p:bldP spid="8" grpId="0"/>
    </p:bldLst>
  </p:timing>
</p:sld>
</file>

<file path=ppt/theme/theme1.xml><?xml version="1.0" encoding="utf-8"?>
<a:theme xmlns:a="http://schemas.openxmlformats.org/drawingml/2006/main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02AA22A89AC374AA0EF187E9EC38016" ma:contentTypeVersion="18" ma:contentTypeDescription="Create a new document." ma:contentTypeScope="" ma:versionID="08ce931f7fe612741be8c3b390545bee">
  <xsd:schema xmlns:xsd="http://www.w3.org/2001/XMLSchema" xmlns:xs="http://www.w3.org/2001/XMLSchema" xmlns:p="http://schemas.microsoft.com/office/2006/metadata/properties" xmlns:ns3="b6485b79-e2f6-4d35-bd6d-bb0a81d99684" xmlns:ns4="3d5b6216-24fd-4e7c-8d5c-8d03c2e22f0d" targetNamespace="http://schemas.microsoft.com/office/2006/metadata/properties" ma:root="true" ma:fieldsID="bbe87d4bb68889af7e5912b9c659b989" ns3:_="" ns4:_="">
    <xsd:import namespace="b6485b79-e2f6-4d35-bd6d-bb0a81d99684"/>
    <xsd:import namespace="3d5b6216-24fd-4e7c-8d5c-8d03c2e22f0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6485b79-e2f6-4d35-bd6d-bb0a81d9968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5b6216-24fd-4e7c-8d5c-8d03c2e22f0d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7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6485b79-e2f6-4d35-bd6d-bb0a81d99684" xsi:nil="true"/>
  </documentManagement>
</p:properties>
</file>

<file path=customXml/itemProps1.xml><?xml version="1.0" encoding="utf-8"?>
<ds:datastoreItem xmlns:ds="http://schemas.openxmlformats.org/officeDocument/2006/customXml" ds:itemID="{83309A2B-1996-4640-94E3-382CF517133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DF85033-44E8-4D63-87EC-FE9333031423}">
  <ds:schemaRefs>
    <ds:schemaRef ds:uri="3d5b6216-24fd-4e7c-8d5c-8d03c2e22f0d"/>
    <ds:schemaRef ds:uri="b6485b79-e2f6-4d35-bd6d-bb0a81d9968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7D2E7B88-F6F0-43A5-8B47-B4B87DD1B296}">
  <ds:schemaRefs>
    <ds:schemaRef ds:uri="http://schemas.microsoft.com/office/2006/documentManagement/types"/>
    <ds:schemaRef ds:uri="3d5b6216-24fd-4e7c-8d5c-8d03c2e22f0d"/>
    <ds:schemaRef ds:uri="http://schemas.microsoft.com/office/infopath/2007/PartnerControls"/>
    <ds:schemaRef ds:uri="http://purl.org/dc/elements/1.1/"/>
    <ds:schemaRef ds:uri="http://purl.org/dc/terms/"/>
    <ds:schemaRef ds:uri="http://purl.org/dc/dcmitype/"/>
    <ds:schemaRef ds:uri="b6485b79-e2f6-4d35-bd6d-bb0a81d99684"/>
    <ds:schemaRef ds:uri="http://schemas.microsoft.com/office/2006/metadata/propertie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f0944938-03fb-475f-9b35-edff10bd6e21}" enabled="0" method="" siteId="{f0944938-03fb-475f-9b35-edff10bd6e2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1137</Words>
  <Application>Microsoft Macintosh PowerPoint</Application>
  <PresentationFormat>On-screen Show (16:9)</PresentationFormat>
  <Paragraphs>141</Paragraphs>
  <Slides>30</Slides>
  <Notes>17</Notes>
  <HiddenSlides>4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Amatic SC</vt:lpstr>
      <vt:lpstr>Arial</vt:lpstr>
      <vt:lpstr>Calibri</vt:lpstr>
      <vt:lpstr>Segoe UI</vt:lpstr>
      <vt:lpstr>Source Code Pro</vt:lpstr>
      <vt:lpstr>Beach Day</vt:lpstr>
      <vt:lpstr>Life cycle analysis– How can we sustain our quality of life?</vt:lpstr>
      <vt:lpstr>Life cycle analysis– How can we sustain our quality of life?</vt:lpstr>
      <vt:lpstr>Upcoming end of topic</vt:lpstr>
      <vt:lpstr>Previously…</vt:lpstr>
      <vt:lpstr>Previously…</vt:lpstr>
      <vt:lpstr>Life cycle analysis   </vt:lpstr>
      <vt:lpstr>Life cycle analysis - Objectives - summary</vt:lpstr>
      <vt:lpstr>How much environmental damage does an iPhone do? </vt:lpstr>
      <vt:lpstr>PowerPoint Presentation</vt:lpstr>
      <vt:lpstr>Simpsons environment</vt:lpstr>
      <vt:lpstr>Life cycle analysis </vt:lpstr>
      <vt:lpstr>Life cycle analysis </vt:lpstr>
      <vt:lpstr>PowerPoint Presentation</vt:lpstr>
      <vt:lpstr>PowerPoint Presentation</vt:lpstr>
      <vt:lpstr>Life cycle analysis </vt:lpstr>
      <vt:lpstr>Extracting the raw materials</vt:lpstr>
      <vt:lpstr>Manufacturing</vt:lpstr>
      <vt:lpstr>Use</vt:lpstr>
      <vt:lpstr>Disposal</vt:lpstr>
      <vt:lpstr>Life cycle analysis - Objectives - summary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Six mark Question </vt:lpstr>
      <vt:lpstr>Six mark Question </vt:lpstr>
      <vt:lpstr>PowerPoint Presentation</vt:lpstr>
      <vt:lpstr>Life cycle analysis - Objectives - 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Life cycle analysis– How can we sustain our quality of life?</dc:title>
  <cp:lastModifiedBy>Daniel Tagg</cp:lastModifiedBy>
  <cp:revision>5</cp:revision>
  <cp:lastPrinted>2025-02-12T13:40:57Z</cp:lastPrinted>
  <dcterms:modified xsi:type="dcterms:W3CDTF">2026-09-26T12:37:11Z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0x010100502AA22A89AC374AA0EF187E9EC38016</vt:lpwstr>
  </property>
</Properties>
</file>