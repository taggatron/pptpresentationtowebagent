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70" r:id="rId20"/>
    <p:sldId id="271" r:id="rId21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edback_ww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edback_e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