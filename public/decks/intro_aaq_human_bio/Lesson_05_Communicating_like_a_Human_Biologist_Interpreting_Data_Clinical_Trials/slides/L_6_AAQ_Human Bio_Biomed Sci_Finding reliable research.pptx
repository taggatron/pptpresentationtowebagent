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65" r:id="rId5"/>
    <p:sldId id="276" r:id="rId6"/>
    <p:sldId id="286" r:id="rId7"/>
    <p:sldId id="277" r:id="rId8"/>
    <p:sldId id="282" r:id="rId9"/>
    <p:sldId id="283" r:id="rId10"/>
    <p:sldId id="279" r:id="rId11"/>
    <p:sldId id="284" r:id="rId12"/>
    <p:sldId id="285" r:id="rId13"/>
    <p:sldId id="280" r:id="rId14"/>
    <p:sldId id="281" r:id="rId15"/>
    <p:sldId id="259" r:id="rId16"/>
    <p:sldId id="266" r:id="rId17"/>
    <p:sldId id="271" r:id="rId18"/>
    <p:sldId id="275" r:id="rId19"/>
    <p:sldId id="267" r:id="rId20"/>
    <p:sldId id="260" r:id="rId21"/>
    <p:sldId id="261" r:id="rId22"/>
    <p:sldId id="262" r:id="rId23"/>
    <p:sldId id="273" r:id="rId24"/>
    <p:sldId id="263" r:id="rId25"/>
    <p:sldId id="274" r:id="rId26"/>
    <p:sldId id="264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D7C9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091E08-F80A-5A43-A686-6B6D7BFE9400}" v="96" dt="2025-11-06T09:51:17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Tagg" userId="c0e87a2f-a1fe-4fc1-bb2c-59e78e079683" providerId="ADAL" clId="{CE7A132B-D265-5DC1-9FFF-87D50535D034}"/>
    <pc:docChg chg="undo custSel addSld delSld modSld sldOrd">
      <pc:chgData name="Daniel Tagg" userId="c0e87a2f-a1fe-4fc1-bb2c-59e78e079683" providerId="ADAL" clId="{CE7A132B-D265-5DC1-9FFF-87D50535D034}" dt="2025-11-06T09:51:17.681" v="244"/>
      <pc:docMkLst>
        <pc:docMk/>
      </pc:docMkLst>
      <pc:sldChg chg="addSp modSp mod">
        <pc:chgData name="Daniel Tagg" userId="c0e87a2f-a1fe-4fc1-bb2c-59e78e079683" providerId="ADAL" clId="{CE7A132B-D265-5DC1-9FFF-87D50535D034}" dt="2025-11-06T08:59:20.994" v="93" actId="13926"/>
        <pc:sldMkLst>
          <pc:docMk/>
          <pc:sldMk cId="0" sldId="256"/>
        </pc:sldMkLst>
        <pc:spChg chg="mod">
          <ac:chgData name="Daniel Tagg" userId="c0e87a2f-a1fe-4fc1-bb2c-59e78e079683" providerId="ADAL" clId="{CE7A132B-D265-5DC1-9FFF-87D50535D034}" dt="2025-11-06T08:59:13.771" v="90" actId="21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Daniel Tagg" userId="c0e87a2f-a1fe-4fc1-bb2c-59e78e079683" providerId="ADAL" clId="{CE7A132B-D265-5DC1-9FFF-87D50535D034}" dt="2025-11-06T08:59:20.994" v="93" actId="13926"/>
          <ac:spMkLst>
            <pc:docMk/>
            <pc:sldMk cId="0" sldId="256"/>
            <ac:spMk id="7" creationId="{989F2468-EF54-27D0-6B4E-ADB4F4EA2100}"/>
          </ac:spMkLst>
        </pc:spChg>
      </pc:sldChg>
      <pc:sldChg chg="modSp mod">
        <pc:chgData name="Daniel Tagg" userId="c0e87a2f-a1fe-4fc1-bb2c-59e78e079683" providerId="ADAL" clId="{CE7A132B-D265-5DC1-9FFF-87D50535D034}" dt="2025-11-06T08:59:50.414" v="100" actId="113"/>
        <pc:sldMkLst>
          <pc:docMk/>
          <pc:sldMk cId="0" sldId="257"/>
        </pc:sldMkLst>
        <pc:spChg chg="mod">
          <ac:chgData name="Daniel Tagg" userId="c0e87a2f-a1fe-4fc1-bb2c-59e78e079683" providerId="ADAL" clId="{CE7A132B-D265-5DC1-9FFF-87D50535D034}" dt="2025-11-06T08:59:50.414" v="100" actId="113"/>
          <ac:spMkLst>
            <pc:docMk/>
            <pc:sldMk cId="0" sldId="257"/>
            <ac:spMk id="2" creationId="{00000000-0000-0000-0000-000000000000}"/>
          </ac:spMkLst>
        </pc:spChg>
        <pc:spChg chg="mod">
          <ac:chgData name="Daniel Tagg" userId="c0e87a2f-a1fe-4fc1-bb2c-59e78e079683" providerId="ADAL" clId="{CE7A132B-D265-5DC1-9FFF-87D50535D034}" dt="2025-11-06T08:57:59.194" v="1" actId="20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Daniel Tagg" userId="c0e87a2f-a1fe-4fc1-bb2c-59e78e079683" providerId="ADAL" clId="{CE7A132B-D265-5DC1-9FFF-87D50535D034}" dt="2025-11-06T08:59:48.155" v="99" actId="113"/>
        <pc:sldMkLst>
          <pc:docMk/>
          <pc:sldMk cId="0" sldId="258"/>
        </pc:sldMkLst>
        <pc:spChg chg="mod">
          <ac:chgData name="Daniel Tagg" userId="c0e87a2f-a1fe-4fc1-bb2c-59e78e079683" providerId="ADAL" clId="{CE7A132B-D265-5DC1-9FFF-87D50535D034}" dt="2025-11-06T08:59:48.155" v="99" actId="113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Daniel Tagg" userId="c0e87a2f-a1fe-4fc1-bb2c-59e78e079683" providerId="ADAL" clId="{CE7A132B-D265-5DC1-9FFF-87D50535D034}" dt="2025-11-06T08:59:43.973" v="97" actId="113"/>
        <pc:sldMkLst>
          <pc:docMk/>
          <pc:sldMk cId="0" sldId="259"/>
        </pc:sldMkLst>
        <pc:spChg chg="mod">
          <ac:chgData name="Daniel Tagg" userId="c0e87a2f-a1fe-4fc1-bb2c-59e78e079683" providerId="ADAL" clId="{CE7A132B-D265-5DC1-9FFF-87D50535D034}" dt="2025-11-06T08:59:43.973" v="97" actId="113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Daniel Tagg" userId="c0e87a2f-a1fe-4fc1-bb2c-59e78e079683" providerId="ADAL" clId="{CE7A132B-D265-5DC1-9FFF-87D50535D034}" dt="2025-11-06T09:00:36.086" v="105" actId="113"/>
        <pc:sldMkLst>
          <pc:docMk/>
          <pc:sldMk cId="0" sldId="260"/>
        </pc:sldMkLst>
        <pc:spChg chg="mod">
          <ac:chgData name="Daniel Tagg" userId="c0e87a2f-a1fe-4fc1-bb2c-59e78e079683" providerId="ADAL" clId="{CE7A132B-D265-5DC1-9FFF-87D50535D034}" dt="2025-11-06T09:00:36.086" v="105" actId="113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Daniel Tagg" userId="c0e87a2f-a1fe-4fc1-bb2c-59e78e079683" providerId="ADAL" clId="{CE7A132B-D265-5DC1-9FFF-87D50535D034}" dt="2025-11-06T09:00:38.459" v="106" actId="113"/>
        <pc:sldMkLst>
          <pc:docMk/>
          <pc:sldMk cId="0" sldId="261"/>
        </pc:sldMkLst>
        <pc:spChg chg="mod">
          <ac:chgData name="Daniel Tagg" userId="c0e87a2f-a1fe-4fc1-bb2c-59e78e079683" providerId="ADAL" clId="{CE7A132B-D265-5DC1-9FFF-87D50535D034}" dt="2025-11-06T09:00:38.459" v="106" actId="113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Daniel Tagg" userId="c0e87a2f-a1fe-4fc1-bb2c-59e78e079683" providerId="ADAL" clId="{CE7A132B-D265-5DC1-9FFF-87D50535D034}" dt="2025-11-06T09:00:40.986" v="107" actId="113"/>
        <pc:sldMkLst>
          <pc:docMk/>
          <pc:sldMk cId="0" sldId="262"/>
        </pc:sldMkLst>
        <pc:spChg chg="mod">
          <ac:chgData name="Daniel Tagg" userId="c0e87a2f-a1fe-4fc1-bb2c-59e78e079683" providerId="ADAL" clId="{CE7A132B-D265-5DC1-9FFF-87D50535D034}" dt="2025-11-06T09:00:40.986" v="107" actId="113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Daniel Tagg" userId="c0e87a2f-a1fe-4fc1-bb2c-59e78e079683" providerId="ADAL" clId="{CE7A132B-D265-5DC1-9FFF-87D50535D034}" dt="2025-11-06T09:00:58.236" v="109" actId="113"/>
        <pc:sldMkLst>
          <pc:docMk/>
          <pc:sldMk cId="0" sldId="263"/>
        </pc:sldMkLst>
        <pc:spChg chg="mod">
          <ac:chgData name="Daniel Tagg" userId="c0e87a2f-a1fe-4fc1-bb2c-59e78e079683" providerId="ADAL" clId="{CE7A132B-D265-5DC1-9FFF-87D50535D034}" dt="2025-11-06T09:00:58.236" v="109" actId="113"/>
          <ac:spMkLst>
            <pc:docMk/>
            <pc:sldMk cId="0" sldId="263"/>
            <ac:spMk id="2" creationId="{00000000-0000-0000-0000-000000000000}"/>
          </ac:spMkLst>
        </pc:spChg>
      </pc:sldChg>
      <pc:sldChg chg="modSp mod">
        <pc:chgData name="Daniel Tagg" userId="c0e87a2f-a1fe-4fc1-bb2c-59e78e079683" providerId="ADAL" clId="{CE7A132B-D265-5DC1-9FFF-87D50535D034}" dt="2025-11-06T09:01:04.625" v="111" actId="113"/>
        <pc:sldMkLst>
          <pc:docMk/>
          <pc:sldMk cId="0" sldId="264"/>
        </pc:sldMkLst>
        <pc:spChg chg="mod">
          <ac:chgData name="Daniel Tagg" userId="c0e87a2f-a1fe-4fc1-bb2c-59e78e079683" providerId="ADAL" clId="{CE7A132B-D265-5DC1-9FFF-87D50535D034}" dt="2025-11-06T09:01:04.625" v="111" actId="113"/>
          <ac:spMkLst>
            <pc:docMk/>
            <pc:sldMk cId="0" sldId="264"/>
            <ac:spMk id="2" creationId="{00000000-0000-0000-0000-000000000000}"/>
          </ac:spMkLst>
        </pc:spChg>
        <pc:spChg chg="mod">
          <ac:chgData name="Daniel Tagg" userId="c0e87a2f-a1fe-4fc1-bb2c-59e78e079683" providerId="ADAL" clId="{CE7A132B-D265-5DC1-9FFF-87D50535D034}" dt="2025-11-06T08:58:37.320" v="10" actId="20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Daniel Tagg" userId="c0e87a2f-a1fe-4fc1-bb2c-59e78e079683" providerId="ADAL" clId="{CE7A132B-D265-5DC1-9FFF-87D50535D034}" dt="2025-11-06T09:43:31.523" v="232" actId="20577"/>
        <pc:sldMkLst>
          <pc:docMk/>
          <pc:sldMk cId="2603753819" sldId="265"/>
        </pc:sldMkLst>
        <pc:spChg chg="mod">
          <ac:chgData name="Daniel Tagg" userId="c0e87a2f-a1fe-4fc1-bb2c-59e78e079683" providerId="ADAL" clId="{CE7A132B-D265-5DC1-9FFF-87D50535D034}" dt="2025-11-06T08:59:46.142" v="98" actId="113"/>
          <ac:spMkLst>
            <pc:docMk/>
            <pc:sldMk cId="2603753819" sldId="265"/>
            <ac:spMk id="2" creationId="{0FC8BC28-A0FC-3019-7B4C-C15AAC86E704}"/>
          </ac:spMkLst>
        </pc:spChg>
        <pc:spChg chg="mod">
          <ac:chgData name="Daniel Tagg" userId="c0e87a2f-a1fe-4fc1-bb2c-59e78e079683" providerId="ADAL" clId="{CE7A132B-D265-5DC1-9FFF-87D50535D034}" dt="2025-11-06T09:43:31.523" v="232" actId="20577"/>
          <ac:spMkLst>
            <pc:docMk/>
            <pc:sldMk cId="2603753819" sldId="265"/>
            <ac:spMk id="3" creationId="{82854AEA-DE3D-0CAB-0D77-C6C4383FBE03}"/>
          </ac:spMkLst>
        </pc:spChg>
      </pc:sldChg>
      <pc:sldChg chg="modSp mod">
        <pc:chgData name="Daniel Tagg" userId="c0e87a2f-a1fe-4fc1-bb2c-59e78e079683" providerId="ADAL" clId="{CE7A132B-D265-5DC1-9FFF-87D50535D034}" dt="2025-11-06T08:59:38.427" v="96" actId="113"/>
        <pc:sldMkLst>
          <pc:docMk/>
          <pc:sldMk cId="19465968" sldId="266"/>
        </pc:sldMkLst>
        <pc:spChg chg="mod">
          <ac:chgData name="Daniel Tagg" userId="c0e87a2f-a1fe-4fc1-bb2c-59e78e079683" providerId="ADAL" clId="{CE7A132B-D265-5DC1-9FFF-87D50535D034}" dt="2025-11-06T08:59:38.427" v="96" actId="113"/>
          <ac:spMkLst>
            <pc:docMk/>
            <pc:sldMk cId="19465968" sldId="266"/>
            <ac:spMk id="2" creationId="{EFA242A2-4104-DA36-C89B-1ED26CADE9BE}"/>
          </ac:spMkLst>
        </pc:spChg>
      </pc:sldChg>
      <pc:sldChg chg="modSp mod">
        <pc:chgData name="Daniel Tagg" userId="c0e87a2f-a1fe-4fc1-bb2c-59e78e079683" providerId="ADAL" clId="{CE7A132B-D265-5DC1-9FFF-87D50535D034}" dt="2025-11-06T09:00:33.286" v="104" actId="113"/>
        <pc:sldMkLst>
          <pc:docMk/>
          <pc:sldMk cId="3843255054" sldId="267"/>
        </pc:sldMkLst>
        <pc:spChg chg="mod">
          <ac:chgData name="Daniel Tagg" userId="c0e87a2f-a1fe-4fc1-bb2c-59e78e079683" providerId="ADAL" clId="{CE7A132B-D265-5DC1-9FFF-87D50535D034}" dt="2025-11-06T09:00:33.286" v="104" actId="113"/>
          <ac:spMkLst>
            <pc:docMk/>
            <pc:sldMk cId="3843255054" sldId="267"/>
            <ac:spMk id="2" creationId="{952B754D-3F8F-A1A9-7167-6F0A49DE9CCB}"/>
          </ac:spMkLst>
        </pc:spChg>
      </pc:sldChg>
      <pc:sldChg chg="del">
        <pc:chgData name="Daniel Tagg" userId="c0e87a2f-a1fe-4fc1-bb2c-59e78e079683" providerId="ADAL" clId="{CE7A132B-D265-5DC1-9FFF-87D50535D034}" dt="2025-11-06T08:58:05.287" v="3" actId="2696"/>
        <pc:sldMkLst>
          <pc:docMk/>
          <pc:sldMk cId="4205331182" sldId="268"/>
        </pc:sldMkLst>
      </pc:sldChg>
      <pc:sldChg chg="del">
        <pc:chgData name="Daniel Tagg" userId="c0e87a2f-a1fe-4fc1-bb2c-59e78e079683" providerId="ADAL" clId="{CE7A132B-D265-5DC1-9FFF-87D50535D034}" dt="2025-11-06T08:58:15.077" v="7" actId="2696"/>
        <pc:sldMkLst>
          <pc:docMk/>
          <pc:sldMk cId="2831115178" sldId="269"/>
        </pc:sldMkLst>
      </pc:sldChg>
      <pc:sldChg chg="del">
        <pc:chgData name="Daniel Tagg" userId="c0e87a2f-a1fe-4fc1-bb2c-59e78e079683" providerId="ADAL" clId="{CE7A132B-D265-5DC1-9FFF-87D50535D034}" dt="2025-11-06T08:58:10.958" v="5" actId="2696"/>
        <pc:sldMkLst>
          <pc:docMk/>
          <pc:sldMk cId="3270094999" sldId="270"/>
        </pc:sldMkLst>
      </pc:sldChg>
      <pc:sldChg chg="modSp mod">
        <pc:chgData name="Daniel Tagg" userId="c0e87a2f-a1fe-4fc1-bb2c-59e78e079683" providerId="ADAL" clId="{CE7A132B-D265-5DC1-9FFF-87D50535D034}" dt="2025-11-06T09:00:04.206" v="103" actId="113"/>
        <pc:sldMkLst>
          <pc:docMk/>
          <pc:sldMk cId="0" sldId="271"/>
        </pc:sldMkLst>
        <pc:spChg chg="mod">
          <ac:chgData name="Daniel Tagg" userId="c0e87a2f-a1fe-4fc1-bb2c-59e78e079683" providerId="ADAL" clId="{CE7A132B-D265-5DC1-9FFF-87D50535D034}" dt="2025-11-06T09:00:04.206" v="103" actId="113"/>
          <ac:spMkLst>
            <pc:docMk/>
            <pc:sldMk cId="0" sldId="271"/>
            <ac:spMk id="2" creationId="{00000000-0000-0000-0000-000000000000}"/>
          </ac:spMkLst>
        </pc:spChg>
      </pc:sldChg>
      <pc:sldChg chg="add del setBg">
        <pc:chgData name="Daniel Tagg" userId="c0e87a2f-a1fe-4fc1-bb2c-59e78e079683" providerId="ADAL" clId="{CE7A132B-D265-5DC1-9FFF-87D50535D034}" dt="2025-11-06T08:59:55.281" v="102" actId="2696"/>
        <pc:sldMkLst>
          <pc:docMk/>
          <pc:sldMk cId="3202872479" sldId="272"/>
        </pc:sldMkLst>
      </pc:sldChg>
      <pc:sldChg chg="modSp add mod">
        <pc:chgData name="Daniel Tagg" userId="c0e87a2f-a1fe-4fc1-bb2c-59e78e079683" providerId="ADAL" clId="{CE7A132B-D265-5DC1-9FFF-87D50535D034}" dt="2025-11-06T09:00:53.840" v="108" actId="113"/>
        <pc:sldMkLst>
          <pc:docMk/>
          <pc:sldMk cId="3415729386" sldId="273"/>
        </pc:sldMkLst>
        <pc:spChg chg="mod">
          <ac:chgData name="Daniel Tagg" userId="c0e87a2f-a1fe-4fc1-bb2c-59e78e079683" providerId="ADAL" clId="{CE7A132B-D265-5DC1-9FFF-87D50535D034}" dt="2025-11-06T09:00:53.840" v="108" actId="113"/>
          <ac:spMkLst>
            <pc:docMk/>
            <pc:sldMk cId="3415729386" sldId="273"/>
            <ac:spMk id="2" creationId="{3FE1FA36-A37B-DF7A-A875-B3971FB6EF0C}"/>
          </ac:spMkLst>
        </pc:spChg>
      </pc:sldChg>
      <pc:sldChg chg="modSp add mod">
        <pc:chgData name="Daniel Tagg" userId="c0e87a2f-a1fe-4fc1-bb2c-59e78e079683" providerId="ADAL" clId="{CE7A132B-D265-5DC1-9FFF-87D50535D034}" dt="2025-11-06T09:01:02.149" v="110" actId="113"/>
        <pc:sldMkLst>
          <pc:docMk/>
          <pc:sldMk cId="32012864" sldId="274"/>
        </pc:sldMkLst>
        <pc:spChg chg="mod">
          <ac:chgData name="Daniel Tagg" userId="c0e87a2f-a1fe-4fc1-bb2c-59e78e079683" providerId="ADAL" clId="{CE7A132B-D265-5DC1-9FFF-87D50535D034}" dt="2025-11-06T09:01:02.149" v="110" actId="113"/>
          <ac:spMkLst>
            <pc:docMk/>
            <pc:sldMk cId="32012864" sldId="274"/>
            <ac:spMk id="2" creationId="{9F09624E-9A70-147B-3EC4-BC52BC7FCE73}"/>
          </ac:spMkLst>
        </pc:spChg>
      </pc:sldChg>
      <pc:sldChg chg="add setBg">
        <pc:chgData name="Daniel Tagg" userId="c0e87a2f-a1fe-4fc1-bb2c-59e78e079683" providerId="ADAL" clId="{CE7A132B-D265-5DC1-9FFF-87D50535D034}" dt="2025-11-06T08:59:54.165" v="101"/>
        <pc:sldMkLst>
          <pc:docMk/>
          <pc:sldMk cId="719475067" sldId="275"/>
        </pc:sldMkLst>
      </pc:sldChg>
      <pc:sldChg chg="addSp modSp new mod modShow">
        <pc:chgData name="Daniel Tagg" userId="c0e87a2f-a1fe-4fc1-bb2c-59e78e079683" providerId="ADAL" clId="{CE7A132B-D265-5DC1-9FFF-87D50535D034}" dt="2025-11-06T09:06:36.333" v="145" actId="729"/>
        <pc:sldMkLst>
          <pc:docMk/>
          <pc:sldMk cId="597411990" sldId="276"/>
        </pc:sldMkLst>
        <pc:spChg chg="add mod">
          <ac:chgData name="Daniel Tagg" userId="c0e87a2f-a1fe-4fc1-bb2c-59e78e079683" providerId="ADAL" clId="{CE7A132B-D265-5DC1-9FFF-87D50535D034}" dt="2025-11-06T09:03:41.515" v="123" actId="20577"/>
          <ac:spMkLst>
            <pc:docMk/>
            <pc:sldMk cId="597411990" sldId="276"/>
            <ac:spMk id="2" creationId="{D842093E-7EAC-FF15-B168-399FCA06A146}"/>
          </ac:spMkLst>
        </pc:spChg>
        <pc:picChg chg="add mod">
          <ac:chgData name="Daniel Tagg" userId="c0e87a2f-a1fe-4fc1-bb2c-59e78e079683" providerId="ADAL" clId="{CE7A132B-D265-5DC1-9FFF-87D50535D034}" dt="2025-11-06T09:04:52.735" v="132"/>
          <ac:picMkLst>
            <pc:docMk/>
            <pc:sldMk cId="597411990" sldId="276"/>
            <ac:picMk id="3" creationId="{925BC932-E5B2-B809-112C-7771C2F3859B}"/>
          </ac:picMkLst>
        </pc:picChg>
        <pc:picChg chg="add">
          <ac:chgData name="Daniel Tagg" userId="c0e87a2f-a1fe-4fc1-bb2c-59e78e079683" providerId="ADAL" clId="{CE7A132B-D265-5DC1-9FFF-87D50535D034}" dt="2025-11-06T09:02:38.557" v="113"/>
          <ac:picMkLst>
            <pc:docMk/>
            <pc:sldMk cId="597411990" sldId="276"/>
            <ac:picMk id="1026" creationId="{F881B15E-3A55-B230-A625-E062EE28C985}"/>
          </ac:picMkLst>
        </pc:picChg>
      </pc:sldChg>
      <pc:sldChg chg="delSp modSp add mod modShow">
        <pc:chgData name="Daniel Tagg" userId="c0e87a2f-a1fe-4fc1-bb2c-59e78e079683" providerId="ADAL" clId="{CE7A132B-D265-5DC1-9FFF-87D50535D034}" dt="2025-11-06T09:06:39.861" v="146" actId="729"/>
        <pc:sldMkLst>
          <pc:docMk/>
          <pc:sldMk cId="1706341502" sldId="277"/>
        </pc:sldMkLst>
        <pc:spChg chg="del">
          <ac:chgData name="Daniel Tagg" userId="c0e87a2f-a1fe-4fc1-bb2c-59e78e079683" providerId="ADAL" clId="{CE7A132B-D265-5DC1-9FFF-87D50535D034}" dt="2025-11-06T09:06:07.781" v="136" actId="478"/>
          <ac:spMkLst>
            <pc:docMk/>
            <pc:sldMk cId="1706341502" sldId="277"/>
            <ac:spMk id="2" creationId="{6AB42F2F-19A7-7AFB-D4E0-35949F5DF7DF}"/>
          </ac:spMkLst>
        </pc:spChg>
        <pc:picChg chg="del">
          <ac:chgData name="Daniel Tagg" userId="c0e87a2f-a1fe-4fc1-bb2c-59e78e079683" providerId="ADAL" clId="{CE7A132B-D265-5DC1-9FFF-87D50535D034}" dt="2025-11-06T09:06:07.781" v="136" actId="478"/>
          <ac:picMkLst>
            <pc:docMk/>
            <pc:sldMk cId="1706341502" sldId="277"/>
            <ac:picMk id="3" creationId="{025155CB-B88B-4F78-6064-4E30340EA71D}"/>
          </ac:picMkLst>
        </pc:picChg>
        <pc:picChg chg="mod">
          <ac:chgData name="Daniel Tagg" userId="c0e87a2f-a1fe-4fc1-bb2c-59e78e079683" providerId="ADAL" clId="{CE7A132B-D265-5DC1-9FFF-87D50535D034}" dt="2025-11-06T09:06:11.324" v="138" actId="1076"/>
          <ac:picMkLst>
            <pc:docMk/>
            <pc:sldMk cId="1706341502" sldId="277"/>
            <ac:picMk id="1026" creationId="{AC027249-276E-8FF7-A44A-7AADD040A7F8}"/>
          </ac:picMkLst>
        </pc:picChg>
      </pc:sldChg>
      <pc:sldChg chg="addSp delSp modSp add del mod modShow">
        <pc:chgData name="Daniel Tagg" userId="c0e87a2f-a1fe-4fc1-bb2c-59e78e079683" providerId="ADAL" clId="{CE7A132B-D265-5DC1-9FFF-87D50535D034}" dt="2025-11-06T09:08:27.743" v="170" actId="2696"/>
        <pc:sldMkLst>
          <pc:docMk/>
          <pc:sldMk cId="3826396491" sldId="278"/>
        </pc:sldMkLst>
        <pc:spChg chg="add del">
          <ac:chgData name="Daniel Tagg" userId="c0e87a2f-a1fe-4fc1-bb2c-59e78e079683" providerId="ADAL" clId="{CE7A132B-D265-5DC1-9FFF-87D50535D034}" dt="2025-11-06T09:07:08.156" v="151" actId="21"/>
          <ac:spMkLst>
            <pc:docMk/>
            <pc:sldMk cId="3826396491" sldId="278"/>
            <ac:spMk id="2" creationId="{90C89E68-7432-8EA3-5249-351A790209D9}"/>
          </ac:spMkLst>
        </pc:spChg>
        <pc:spChg chg="add mod">
          <ac:chgData name="Daniel Tagg" userId="c0e87a2f-a1fe-4fc1-bb2c-59e78e079683" providerId="ADAL" clId="{CE7A132B-D265-5DC1-9FFF-87D50535D034}" dt="2025-11-06T09:07:08.833" v="152"/>
          <ac:spMkLst>
            <pc:docMk/>
            <pc:sldMk cId="3826396491" sldId="278"/>
            <ac:spMk id="5" creationId="{7A55E773-3E97-8AF0-38CF-E31A35E41369}"/>
          </ac:spMkLst>
        </pc:spChg>
        <pc:picChg chg="add del">
          <ac:chgData name="Daniel Tagg" userId="c0e87a2f-a1fe-4fc1-bb2c-59e78e079683" providerId="ADAL" clId="{CE7A132B-D265-5DC1-9FFF-87D50535D034}" dt="2025-11-06T09:07:08.156" v="151" actId="21"/>
          <ac:picMkLst>
            <pc:docMk/>
            <pc:sldMk cId="3826396491" sldId="278"/>
            <ac:picMk id="3" creationId="{D530437E-D38E-E215-0040-8BAF121A59EA}"/>
          </ac:picMkLst>
        </pc:picChg>
        <pc:picChg chg="add mod">
          <ac:chgData name="Daniel Tagg" userId="c0e87a2f-a1fe-4fc1-bb2c-59e78e079683" providerId="ADAL" clId="{CE7A132B-D265-5DC1-9FFF-87D50535D034}" dt="2025-11-06T09:07:08.833" v="152"/>
          <ac:picMkLst>
            <pc:docMk/>
            <pc:sldMk cId="3826396491" sldId="278"/>
            <ac:picMk id="4" creationId="{75AE7608-3695-E45D-AC7E-D7A0497B49A1}"/>
          </ac:picMkLst>
        </pc:picChg>
        <pc:picChg chg="add mod">
          <ac:chgData name="Daniel Tagg" userId="c0e87a2f-a1fe-4fc1-bb2c-59e78e079683" providerId="ADAL" clId="{CE7A132B-D265-5DC1-9FFF-87D50535D034}" dt="2025-11-06T09:07:08.833" v="152"/>
          <ac:picMkLst>
            <pc:docMk/>
            <pc:sldMk cId="3826396491" sldId="278"/>
            <ac:picMk id="6" creationId="{AB84D958-40FF-6E0B-F0CC-E4E6C0FD7349}"/>
          </ac:picMkLst>
        </pc:picChg>
        <pc:picChg chg="add del mod modCrop">
          <ac:chgData name="Daniel Tagg" userId="c0e87a2f-a1fe-4fc1-bb2c-59e78e079683" providerId="ADAL" clId="{CE7A132B-D265-5DC1-9FFF-87D50535D034}" dt="2025-11-06T09:08:19.991" v="167" actId="478"/>
          <ac:picMkLst>
            <pc:docMk/>
            <pc:sldMk cId="3826396491" sldId="278"/>
            <ac:picMk id="7" creationId="{3749A427-B9DE-674E-2C0F-942DBC13C0B9}"/>
          </ac:picMkLst>
        </pc:picChg>
        <pc:picChg chg="del mod">
          <ac:chgData name="Daniel Tagg" userId="c0e87a2f-a1fe-4fc1-bb2c-59e78e079683" providerId="ADAL" clId="{CE7A132B-D265-5DC1-9FFF-87D50535D034}" dt="2025-11-06T09:07:08.156" v="151" actId="21"/>
          <ac:picMkLst>
            <pc:docMk/>
            <pc:sldMk cId="3826396491" sldId="278"/>
            <ac:picMk id="1026" creationId="{C4B0A249-77CB-4DBC-3BA6-4A64A51E0392}"/>
          </ac:picMkLst>
        </pc:picChg>
      </pc:sldChg>
      <pc:sldChg chg="delSp modSp add mod modShow">
        <pc:chgData name="Daniel Tagg" userId="c0e87a2f-a1fe-4fc1-bb2c-59e78e079683" providerId="ADAL" clId="{CE7A132B-D265-5DC1-9FFF-87D50535D034}" dt="2025-11-06T09:09:18.921" v="181" actId="1076"/>
        <pc:sldMkLst>
          <pc:docMk/>
          <pc:sldMk cId="2247752722" sldId="279"/>
        </pc:sldMkLst>
        <pc:spChg chg="del">
          <ac:chgData name="Daniel Tagg" userId="c0e87a2f-a1fe-4fc1-bb2c-59e78e079683" providerId="ADAL" clId="{CE7A132B-D265-5DC1-9FFF-87D50535D034}" dt="2025-11-06T09:07:32.377" v="158" actId="478"/>
          <ac:spMkLst>
            <pc:docMk/>
            <pc:sldMk cId="2247752722" sldId="279"/>
            <ac:spMk id="2" creationId="{E3534CC4-5768-F2E1-BBF2-FD6FED3FA172}"/>
          </ac:spMkLst>
        </pc:spChg>
        <pc:picChg chg="del">
          <ac:chgData name="Daniel Tagg" userId="c0e87a2f-a1fe-4fc1-bb2c-59e78e079683" providerId="ADAL" clId="{CE7A132B-D265-5DC1-9FFF-87D50535D034}" dt="2025-11-06T09:07:32.377" v="158" actId="478"/>
          <ac:picMkLst>
            <pc:docMk/>
            <pc:sldMk cId="2247752722" sldId="279"/>
            <ac:picMk id="3" creationId="{E6082231-5DE9-CE49-F90C-69B281283A67}"/>
          </ac:picMkLst>
        </pc:picChg>
        <pc:picChg chg="mod">
          <ac:chgData name="Daniel Tagg" userId="c0e87a2f-a1fe-4fc1-bb2c-59e78e079683" providerId="ADAL" clId="{CE7A132B-D265-5DC1-9FFF-87D50535D034}" dt="2025-11-06T09:09:18.921" v="181" actId="1076"/>
          <ac:picMkLst>
            <pc:docMk/>
            <pc:sldMk cId="2247752722" sldId="279"/>
            <ac:picMk id="1026" creationId="{7D5C2A5E-41DD-F018-1C46-2F31409741B0}"/>
          </ac:picMkLst>
        </pc:picChg>
      </pc:sldChg>
      <pc:sldChg chg="add mod modShow">
        <pc:chgData name="Daniel Tagg" userId="c0e87a2f-a1fe-4fc1-bb2c-59e78e079683" providerId="ADAL" clId="{CE7A132B-D265-5DC1-9FFF-87D50535D034}" dt="2025-11-06T09:06:39.861" v="146" actId="729"/>
        <pc:sldMkLst>
          <pc:docMk/>
          <pc:sldMk cId="3641292459" sldId="280"/>
        </pc:sldMkLst>
      </pc:sldChg>
      <pc:sldChg chg="add mod modShow">
        <pc:chgData name="Daniel Tagg" userId="c0e87a2f-a1fe-4fc1-bb2c-59e78e079683" providerId="ADAL" clId="{CE7A132B-D265-5DC1-9FFF-87D50535D034}" dt="2025-11-06T09:06:39.861" v="146" actId="729"/>
        <pc:sldMkLst>
          <pc:docMk/>
          <pc:sldMk cId="3239951251" sldId="281"/>
        </pc:sldMkLst>
      </pc:sldChg>
      <pc:sldChg chg="delSp modSp add mod ord modShow">
        <pc:chgData name="Daniel Tagg" userId="c0e87a2f-a1fe-4fc1-bb2c-59e78e079683" providerId="ADAL" clId="{CE7A132B-D265-5DC1-9FFF-87D50535D034}" dt="2025-11-06T09:10:05.728" v="192" actId="729"/>
        <pc:sldMkLst>
          <pc:docMk/>
          <pc:sldMk cId="193417689" sldId="282"/>
        </pc:sldMkLst>
        <pc:spChg chg="del">
          <ac:chgData name="Daniel Tagg" userId="c0e87a2f-a1fe-4fc1-bb2c-59e78e079683" providerId="ADAL" clId="{CE7A132B-D265-5DC1-9FFF-87D50535D034}" dt="2025-11-06T09:10:00.415" v="189" actId="478"/>
          <ac:spMkLst>
            <pc:docMk/>
            <pc:sldMk cId="193417689" sldId="282"/>
            <ac:spMk id="2" creationId="{715037DF-BF98-7E80-21DF-F65A845122DC}"/>
          </ac:spMkLst>
        </pc:spChg>
        <pc:picChg chg="del">
          <ac:chgData name="Daniel Tagg" userId="c0e87a2f-a1fe-4fc1-bb2c-59e78e079683" providerId="ADAL" clId="{CE7A132B-D265-5DC1-9FFF-87D50535D034}" dt="2025-11-06T09:10:00.415" v="189" actId="478"/>
          <ac:picMkLst>
            <pc:docMk/>
            <pc:sldMk cId="193417689" sldId="282"/>
            <ac:picMk id="3" creationId="{EFFB3AC7-B490-78FA-1C0E-BC3F9E282E98}"/>
          </ac:picMkLst>
        </pc:picChg>
        <pc:picChg chg="mod">
          <ac:chgData name="Daniel Tagg" userId="c0e87a2f-a1fe-4fc1-bb2c-59e78e079683" providerId="ADAL" clId="{CE7A132B-D265-5DC1-9FFF-87D50535D034}" dt="2025-11-06T09:10:03.109" v="191" actId="1076"/>
          <ac:picMkLst>
            <pc:docMk/>
            <pc:sldMk cId="193417689" sldId="282"/>
            <ac:picMk id="1026" creationId="{89874C93-8EA2-BF98-1F69-D09913143B36}"/>
          </ac:picMkLst>
        </pc:picChg>
      </pc:sldChg>
      <pc:sldChg chg="addSp modSp new mod ord modShow">
        <pc:chgData name="Daniel Tagg" userId="c0e87a2f-a1fe-4fc1-bb2c-59e78e079683" providerId="ADAL" clId="{CE7A132B-D265-5DC1-9FFF-87D50535D034}" dt="2025-11-06T09:08:58.972" v="176" actId="729"/>
        <pc:sldMkLst>
          <pc:docMk/>
          <pc:sldMk cId="1690518873" sldId="283"/>
        </pc:sldMkLst>
        <pc:picChg chg="add mod">
          <ac:chgData name="Daniel Tagg" userId="c0e87a2f-a1fe-4fc1-bb2c-59e78e079683" providerId="ADAL" clId="{CE7A132B-D265-5DC1-9FFF-87D50535D034}" dt="2025-11-06T09:08:46.481" v="174" actId="14100"/>
          <ac:picMkLst>
            <pc:docMk/>
            <pc:sldMk cId="1690518873" sldId="283"/>
            <ac:picMk id="2" creationId="{5071A612-FD52-8328-6BAD-A78D166C2BB1}"/>
          </ac:picMkLst>
        </pc:picChg>
      </pc:sldChg>
      <pc:sldChg chg="addSp modSp new mod modShow">
        <pc:chgData name="Daniel Tagg" userId="c0e87a2f-a1fe-4fc1-bb2c-59e78e079683" providerId="ADAL" clId="{CE7A132B-D265-5DC1-9FFF-87D50535D034}" dt="2025-11-06T09:09:39.552" v="187" actId="729"/>
        <pc:sldMkLst>
          <pc:docMk/>
          <pc:sldMk cId="850661300" sldId="284"/>
        </pc:sldMkLst>
        <pc:picChg chg="add mod">
          <ac:chgData name="Daniel Tagg" userId="c0e87a2f-a1fe-4fc1-bb2c-59e78e079683" providerId="ADAL" clId="{CE7A132B-D265-5DC1-9FFF-87D50535D034}" dt="2025-11-06T09:09:16.352" v="180" actId="1076"/>
          <ac:picMkLst>
            <pc:docMk/>
            <pc:sldMk cId="850661300" sldId="284"/>
            <ac:picMk id="2" creationId="{264B41A7-B31D-A7DD-DEFE-A409F345B0CF}"/>
          </ac:picMkLst>
        </pc:picChg>
      </pc:sldChg>
      <pc:sldChg chg="addSp modSp new mod modShow">
        <pc:chgData name="Daniel Tagg" userId="c0e87a2f-a1fe-4fc1-bb2c-59e78e079683" providerId="ADAL" clId="{CE7A132B-D265-5DC1-9FFF-87D50535D034}" dt="2025-11-06T09:09:39.552" v="187" actId="729"/>
        <pc:sldMkLst>
          <pc:docMk/>
          <pc:sldMk cId="3996303285" sldId="285"/>
        </pc:sldMkLst>
        <pc:picChg chg="add mod">
          <ac:chgData name="Daniel Tagg" userId="c0e87a2f-a1fe-4fc1-bb2c-59e78e079683" providerId="ADAL" clId="{CE7A132B-D265-5DC1-9FFF-87D50535D034}" dt="2025-11-06T09:09:36.017" v="186" actId="1076"/>
          <ac:picMkLst>
            <pc:docMk/>
            <pc:sldMk cId="3996303285" sldId="285"/>
            <ac:picMk id="2" creationId="{7F31673E-7537-5990-6DD9-7BD538FBE5D8}"/>
          </ac:picMkLst>
        </pc:picChg>
      </pc:sldChg>
      <pc:sldChg chg="addSp modSp add mod modAnim">
        <pc:chgData name="Daniel Tagg" userId="c0e87a2f-a1fe-4fc1-bb2c-59e78e079683" providerId="ADAL" clId="{CE7A132B-D265-5DC1-9FFF-87D50535D034}" dt="2025-11-06T09:51:17.681" v="244"/>
        <pc:sldMkLst>
          <pc:docMk/>
          <pc:sldMk cId="2482790876" sldId="286"/>
        </pc:sldMkLst>
        <pc:spChg chg="add mod">
          <ac:chgData name="Daniel Tagg" userId="c0e87a2f-a1fe-4fc1-bb2c-59e78e079683" providerId="ADAL" clId="{CE7A132B-D265-5DC1-9FFF-87D50535D034}" dt="2025-11-06T09:50:33.709" v="237" actId="1076"/>
          <ac:spMkLst>
            <pc:docMk/>
            <pc:sldMk cId="2482790876" sldId="286"/>
            <ac:spMk id="4" creationId="{567BBF5E-5637-DA27-B520-F318EFD5FBE2}"/>
          </ac:spMkLst>
        </pc:spChg>
        <pc:spChg chg="add mod">
          <ac:chgData name="Daniel Tagg" userId="c0e87a2f-a1fe-4fc1-bb2c-59e78e079683" providerId="ADAL" clId="{CE7A132B-D265-5DC1-9FFF-87D50535D034}" dt="2025-11-06T09:51:12.820" v="243" actId="1076"/>
          <ac:spMkLst>
            <pc:docMk/>
            <pc:sldMk cId="2482790876" sldId="286"/>
            <ac:spMk id="5" creationId="{A78B5D66-DBF5-5CB6-0AD6-D5D7DF492F5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30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2CDA8-B3FC-CF64-BF8E-D91DF7042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50FE1-0CB8-C48B-2438-10E8FC096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8BDEF6-5FB8-BADB-DAC1-AC4CF68EF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Moving around the classroom to put comments on poster paper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68639-35CD-D061-67CA-E3381DBD12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53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8E44A-5BFA-ED9B-820D-26DDF9528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E0A8E-5408-2CB2-0A70-5A32980C5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DBE33-7AAD-02EE-7429-BD2BE909F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Moving around the classroom to put comments on poster paper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CFAA0-BC35-6B29-EC9E-19DEC5135B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03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BD05A-C478-245F-2B26-FD5307598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82B08-5AD2-3A57-88B9-9CAA5750B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ED2ED-356C-A7E6-DB2E-C8476D281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7E382-495E-0BE6-ECAC-E9C7E73E6A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42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423F5-934D-5174-FD1C-D12BA69F5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AFEA0-3DE5-106B-CA57-7B7C8823F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9038F-CE80-EFDB-417B-676C5DF72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Moving around the classroom to put comments on poster paper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3351A-8B05-FB60-C0C7-32DE7B09F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97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4B2D9-526B-CEFC-06BB-5CB031AD2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B0A51-A690-5C3B-40AA-DC13CD302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C2A6A-7424-B3CB-F959-BAC363361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87E59-83E2-AE79-A8EA-5A70FC7067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91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D6E4D-550C-71F1-4DA5-793069842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49A7F-5D2E-8345-E982-9DF465BD7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EFF8B-E8CC-0A70-D7E7-07EADE9EB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A6D82-6C25-19E9-DE27-A2F692A9C7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91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y.clevelandclinic.org/health/symptoms/17810-high-red-blood-cell-count#:~:text=depending%20on%20where%20you%E2%80%99re%20tested,red%20blood%20cell%20counts%20ar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medicine.medscape.com/article/2074001-overview#:~:text=Normal%20values%20are%20as%20follows%3A" TargetMode="External"/><Relationship Id="rId4" Type="http://schemas.openxmlformats.org/officeDocument/2006/relationships/hyperlink" Target="https://my.clevelandclinic.org/health/diagnostics/17683-hematocrit#:~:text=Your%20hematocrit%20test%20result%20will,levels%20by%20sex%20and%20ag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singsources.fas.harvard.edu/evaluating-sources-0#:~:text=assignment,books%20published%20by%20academic%20publisher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usingsources.fas.harvard.edu/evaluating-sources-0#:~:text=assignment,books%20published%20by%20academic%20publisher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stingtreatments.org/2017/09/20/battling-bad-science/#:~:text=Every%20day%20there%20are%20news,tricks%20of%20the%20pharmaceutical%20industr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eu.libguides.com/google-techniques/scholar#:~:text=%2A%20most%20peer,patent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eu.libguides.com/google-techniques/scholar#:~:text=" TargetMode="External"/><Relationship Id="rId4" Type="http://schemas.openxmlformats.org/officeDocument/2006/relationships/hyperlink" Target="https://ceu.libguides.com/google-techniques/scholar#:~:text=Filter%20by%20Date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file:///\\home\oai\redirect.html#:~:text=PubMed%20is%20a%20platform%20that,Central%2C%20and%20additional%20PubMed%20record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le:///\\home\oai\redirect.html#:~:text=Use%20search%20field%20tags%20to,in%20the%20title%20and%20abstract" TargetMode="External"/><Relationship Id="rId4" Type="http://schemas.openxmlformats.org/officeDocument/2006/relationships/hyperlink" Target="file:///\\home\oai\redirect.html#:~:text=Filters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ibguides.utk.edu/ai_lit_search#:~:text=Pro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ibguides.utk.edu/ai_lit_search#:~:text=Cons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ibbr.co.uk/referencing/harvard-style/#:~:text=A%20Harvard%20in,the%20passage%20referenced%2C%20if%20applicabl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ibguides-en.ub.uu.se/harvard/generative-ai#:~:text=In%20general%2C%20generative%20AI%20such,or%20the%20technology%20behind%20it" TargetMode="External"/><Relationship Id="rId5" Type="http://schemas.openxmlformats.org/officeDocument/2006/relationships/hyperlink" Target="https://www.scribbr.co.uk/referencing/harvard-style/#:~:text=A%20bibliography%20or%20reference%20list,look%20them%20up%20if%20necessary" TargetMode="External"/><Relationship Id="rId4" Type="http://schemas.openxmlformats.org/officeDocument/2006/relationships/hyperlink" Target="https://www.scribbr.co.uk/referencing/harvard-style/#:~:text=When%20you%20cite%20a%20source,%E2%80%99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libguides-en.ub.uu.se/harvard/generative-ai#:~:text=In%20general%2C%20generative%20AI%20such,or%20the%20technology%20behind%20it" TargetMode="External"/><Relationship Id="rId3" Type="http://schemas.openxmlformats.org/officeDocument/2006/relationships/hyperlink" Target="https://usingsources.fas.harvard.edu/evaluating-sources-0#:~:text=assignment,books%20published%20by%20academic%20publishers" TargetMode="External"/><Relationship Id="rId7" Type="http://schemas.openxmlformats.org/officeDocument/2006/relationships/hyperlink" Target="https://www.scribbr.co.uk/referencing/harvard-style/#:~:text=A%20Harvard%20in,the%20passage%20referenced%2C%20if%20applicabl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ibguides.utk.edu/ai_lit_search#:~:text=Pros" TargetMode="External"/><Relationship Id="rId5" Type="http://schemas.openxmlformats.org/officeDocument/2006/relationships/hyperlink" Target="file:///\\home\oai\redirect.html#:~:text=PubMed%20is%20a%20platform%20that,Central%2C%20and%20additional%20PubMed%20records" TargetMode="External"/><Relationship Id="rId4" Type="http://schemas.openxmlformats.org/officeDocument/2006/relationships/hyperlink" Target="https://ceu.libguides.com/google-techniques/scholar#:~:text=%2A%20most%20peer,paten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ai/share/738a78f1-1506-4feb-ade4-77b2b65c22b7.png"/>
          <p:cNvPicPr>
            <a:picLocks noChangeAspect="1"/>
          </p:cNvPicPr>
          <p:nvPr/>
        </p:nvPicPr>
        <p:blipFill>
          <a:blip r:embed="rId3"/>
          <a:srcRect t="20000" b="20000"/>
          <a:stretch/>
        </p:blipFill>
        <p:spPr>
          <a:xfrm>
            <a:off x="4572000" y="514350"/>
            <a:ext cx="45720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463040"/>
            <a:ext cx="438912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Access Reliable Research</a:t>
            </a:r>
            <a:endParaRPr lang="en-US" sz="3600"/>
          </a:p>
        </p:txBody>
      </p:sp>
      <p:sp>
        <p:nvSpPr>
          <p:cNvPr id="4" name="Text 1"/>
          <p:cNvSpPr/>
          <p:nvPr/>
        </p:nvSpPr>
        <p:spPr>
          <a:xfrm>
            <a:off x="365760" y="2960370"/>
            <a:ext cx="438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Evidence‑Based Diagnosis for Sarah Redrum</a:t>
            </a:r>
          </a:p>
          <a:p>
            <a:pPr marL="0" indent="0">
              <a:buNone/>
            </a:pPr>
            <a:endParaRPr lang="en-US" sz="1200">
              <a:solidFill>
                <a:srgbClr val="030A1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200"/>
          </a:p>
        </p:txBody>
      </p:sp>
      <p:sp>
        <p:nvSpPr>
          <p:cNvPr id="5" name="Text 2"/>
          <p:cNvSpPr/>
          <p:nvPr/>
        </p:nvSpPr>
        <p:spPr>
          <a:xfrm>
            <a:off x="365760" y="43662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Oct 2025</a:t>
            </a:r>
            <a:endParaRPr 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9F2468-EF54-27D0-6B4E-ADB4F4EA2100}"/>
              </a:ext>
            </a:extLst>
          </p:cNvPr>
          <p:cNvSpPr txBox="1"/>
          <p:nvPr/>
        </p:nvSpPr>
        <p:spPr>
          <a:xfrm>
            <a:off x="365760" y="338845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highlight>
                  <a:srgbClr val="FFFF00"/>
                </a:highlight>
              </a:rPr>
              <a:t>Starter Question – What is Sarah’s most probable disease ?</a:t>
            </a:r>
            <a:endParaRPr lang="en-US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400" b="1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2926080"/>
          </a:xfrm>
          <a:prstGeom prst="roundRect">
            <a:avLst>
              <a:gd name="adj" fmla="val 3125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sz="440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Evaluate the reliability of sources and information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Use Google Scholar effectively to discover peer‑reviewed literature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Search PubMed for high‑quality medical evidence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Understand the strengths &amp; limitations of AI tools for research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Cite sources accurately using Harvard referencing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Apply these skills to support Sarah’s differential diagnosis</a:t>
            </a:r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Sarah’s Case &amp; Research Needs</a:t>
            </a:r>
            <a:endParaRPr lang="en-US" sz="2400" b="1"/>
          </a:p>
        </p:txBody>
      </p:sp>
      <p:sp>
        <p:nvSpPr>
          <p:cNvPr id="3" name="Text 1"/>
          <p:cNvSpPr/>
          <p:nvPr/>
        </p:nvSpPr>
        <p:spPr>
          <a:xfrm>
            <a:off x="365760" y="1188720"/>
            <a:ext cx="3689004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30A18"/>
                </a:solidFill>
              </a:rPr>
              <a:t>Sarah’s fall was followed by fatigue and dark, cloudy urine. Blood tests revealed anaemia (RBC count 3.8 ×10⁶/µL) and low haematocrit (34%).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30A18"/>
                </a:solidFill>
              </a:rPr>
              <a:t>Midstream urinalysis showed concentrated, alkaline urine with proteinuria, glucosuria, ketonuria, positive nitrite and leukocyte esterase, haematuria and pyuria.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30A18"/>
                </a:solidFill>
              </a:rPr>
              <a:t>These findings raise concerns about kidney bleeding, a urinary tract infection and uncontrolled type II diabetes. To interpret them correctly we must consult reliable research.</a:t>
            </a:r>
            <a:endParaRPr lang="en-US" sz="140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591718"/>
              </p:ext>
            </p:extLst>
          </p:nvPr>
        </p:nvGraphicFramePr>
        <p:xfrm>
          <a:off x="4448233" y="1188720"/>
          <a:ext cx="4594167" cy="3669030"/>
        </p:xfrm>
        <a:graphic>
          <a:graphicData uri="http://schemas.openxmlformats.org/drawingml/2006/table">
            <a:tbl>
              <a:tblPr/>
              <a:tblGrid>
                <a:gridCol w="1312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2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30A18"/>
                          </a:solidFill>
                        </a:rPr>
                        <a:t>Parameter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30A18"/>
                          </a:solidFill>
                        </a:rPr>
                        <a:t>Sarah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30A18"/>
                          </a:solidFill>
                        </a:rPr>
                        <a:t>Reference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30A18"/>
                          </a:solidFill>
                        </a:rPr>
                        <a:t>Interpretation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RBC count (×10⁶/µL)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3.8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4.2–5.4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Low – anaemia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Haematocrit (%)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34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36–44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Low – anaemia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Specific gravity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1.035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1.005–1.03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Concentrated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Glucose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4+ / positive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Negative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Glucosuria (diabetes)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Nitrite &amp; leukocyte esterase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Positive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Negative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UTI (infection)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RBCs per hpf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12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≤2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Hematuria (kidney bleeding)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WBCs per hpf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30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0–4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30A18"/>
                          </a:solidFill>
                        </a:rPr>
                        <a:t>Pyuria (inflammation)</a:t>
                      </a:r>
                      <a:endParaRPr lang="en-US" sz="120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777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FF"/>
                </a:solidFill>
                <a:hlinkClick r:id="rId3"/>
              </a:rPr>
              <a:t>[1]</a:t>
            </a:r>
            <a:r>
              <a:rPr lang="en-US" sz="600" u="sng">
                <a:solidFill>
                  <a:srgbClr val="0000FF"/>
                </a:solidFill>
              </a:rPr>
              <a:t>  </a:t>
            </a:r>
            <a:r>
              <a:rPr lang="en-US" sz="600" u="sng">
                <a:solidFill>
                  <a:srgbClr val="0000FF"/>
                </a:solidFill>
                <a:hlinkClick r:id="rId4"/>
              </a:rPr>
              <a:t>[2]</a:t>
            </a:r>
            <a:r>
              <a:rPr lang="en-US" sz="600" u="sng">
                <a:solidFill>
                  <a:srgbClr val="0000FF"/>
                </a:solidFill>
              </a:rPr>
              <a:t>  </a:t>
            </a:r>
            <a:r>
              <a:rPr lang="en-US" sz="600" u="sng">
                <a:solidFill>
                  <a:srgbClr val="0000FF"/>
                </a:solidFill>
                <a:hlinkClick r:id="rId5"/>
              </a:rPr>
              <a:t>[3]</a:t>
            </a:r>
            <a:endParaRPr lang="en-US" sz="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9ED53-371B-9F51-D64E-E7FF6D84D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C8BC28-A0FC-3019-7B4C-C15AAC86E704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always trust what we ‘read’?</a:t>
            </a:r>
            <a:endParaRPr lang="en-US" sz="2400" b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2854AEA-DE3D-0CAB-0D77-C6C4383FBE03}"/>
              </a:ext>
            </a:extLst>
          </p:cNvPr>
          <p:cNvSpPr/>
          <p:nvPr/>
        </p:nvSpPr>
        <p:spPr>
          <a:xfrm>
            <a:off x="365760" y="1097280"/>
            <a:ext cx="8412480" cy="32004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r>
              <a:rPr lang="en-GB" sz="2400"/>
              <a:t>Move around the classroom and using post it notes rank the sources in terms of trustfulness for medical / scientific information.</a:t>
            </a:r>
            <a:br>
              <a:rPr lang="en-GB" sz="2400"/>
            </a:br>
            <a:br>
              <a:rPr lang="en-GB" sz="2400"/>
            </a:br>
            <a:r>
              <a:rPr lang="en-GB" sz="2400"/>
              <a:t>Include </a:t>
            </a:r>
            <a:r>
              <a:rPr lang="en-GB" sz="2400" b="1"/>
              <a:t>a reason </a:t>
            </a:r>
            <a:r>
              <a:rPr lang="en-GB" sz="2400"/>
              <a:t>for your number 1 (most trustworthy) and number 6 (least trustworthy).</a:t>
            </a:r>
          </a:p>
          <a:p>
            <a:endParaRPr lang="en-GB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37512F-4CA3-517E-00BF-281B48627183}"/>
              </a:ext>
            </a:extLst>
          </p:cNvPr>
          <p:cNvSpPr/>
          <p:nvPr/>
        </p:nvSpPr>
        <p:spPr>
          <a:xfrm>
            <a:off x="548640" y="128016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457200" indent="-457200">
              <a:buFont typeface="+mj-lt"/>
              <a:buAutoNum type="arabicPeriod"/>
            </a:pPr>
            <a:endParaRPr lang="en-US"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510C97-34AC-6D53-C7B9-433ED5D828D0}"/>
              </a:ext>
            </a:extLst>
          </p:cNvPr>
          <p:cNvSpPr/>
          <p:nvPr/>
        </p:nvSpPr>
        <p:spPr>
          <a:xfrm>
            <a:off x="365760" y="47777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FF"/>
                </a:solidFill>
                <a:hlinkClick r:id="rId3"/>
              </a:rPr>
              <a:t>[4]</a:t>
            </a:r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2603753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F881B15E-3A55-B230-A625-E062EE28C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0"/>
            <a:ext cx="77152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42093E-7EAC-FF15-B168-399FCA06A146}"/>
              </a:ext>
            </a:extLst>
          </p:cNvPr>
          <p:cNvSpPr txBox="1"/>
          <p:nvPr/>
        </p:nvSpPr>
        <p:spPr>
          <a:xfrm>
            <a:off x="4276436" y="498764"/>
            <a:ext cx="960582" cy="369332"/>
          </a:xfrm>
          <a:prstGeom prst="rect">
            <a:avLst/>
          </a:prstGeom>
          <a:solidFill>
            <a:srgbClr val="E2D7C9"/>
          </a:solidFill>
        </p:spPr>
        <p:txBody>
          <a:bodyPr wrap="square" rtlCol="0">
            <a:spAutoFit/>
          </a:bodyPr>
          <a:lstStyle/>
          <a:p>
            <a:r>
              <a:rPr lang="en-US"/>
              <a:t>Reddit</a:t>
            </a:r>
          </a:p>
        </p:txBody>
      </p:sp>
      <p:pic>
        <p:nvPicPr>
          <p:cNvPr id="3" name="Picture 2" descr="Generated image">
            <a:extLst>
              <a:ext uri="{FF2B5EF4-FFF2-40B4-BE49-F238E27FC236}">
                <a16:creationId xmlns:a16="http://schemas.microsoft.com/office/drawing/2014/main" id="{925BC932-E5B2-B809-112C-7771C2F385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5164" r="89686" b="49090"/>
          <a:stretch>
            <a:fillRect/>
          </a:stretch>
        </p:blipFill>
        <p:spPr bwMode="auto">
          <a:xfrm>
            <a:off x="4358842" y="2511135"/>
            <a:ext cx="878176" cy="32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741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CA609-A2D9-D543-E347-EDA17B629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9B155597-A4E8-FE8E-9982-7313AA8EE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0"/>
            <a:ext cx="77152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02338A-E113-3D20-CD62-22F16C1D36FB}"/>
              </a:ext>
            </a:extLst>
          </p:cNvPr>
          <p:cNvSpPr txBox="1"/>
          <p:nvPr/>
        </p:nvSpPr>
        <p:spPr>
          <a:xfrm>
            <a:off x="4276436" y="498764"/>
            <a:ext cx="960582" cy="369332"/>
          </a:xfrm>
          <a:prstGeom prst="rect">
            <a:avLst/>
          </a:prstGeom>
          <a:solidFill>
            <a:srgbClr val="E2D7C9"/>
          </a:solidFill>
        </p:spPr>
        <p:txBody>
          <a:bodyPr wrap="square" rtlCol="0">
            <a:spAutoFit/>
          </a:bodyPr>
          <a:lstStyle/>
          <a:p>
            <a:r>
              <a:rPr lang="en-US"/>
              <a:t>Reddit</a:t>
            </a:r>
          </a:p>
        </p:txBody>
      </p:sp>
      <p:pic>
        <p:nvPicPr>
          <p:cNvPr id="3" name="Picture 2" descr="Generated image">
            <a:extLst>
              <a:ext uri="{FF2B5EF4-FFF2-40B4-BE49-F238E27FC236}">
                <a16:creationId xmlns:a16="http://schemas.microsoft.com/office/drawing/2014/main" id="{1B12C31D-1D57-16BF-2FAC-A827C75EF1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5164" r="89686" b="49090"/>
          <a:stretch>
            <a:fillRect/>
          </a:stretch>
        </p:blipFill>
        <p:spPr bwMode="auto">
          <a:xfrm>
            <a:off x="4358842" y="2511135"/>
            <a:ext cx="878176" cy="32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7BBF5E-5637-DA27-B520-F318EFD5FBE2}"/>
              </a:ext>
            </a:extLst>
          </p:cNvPr>
          <p:cNvSpPr txBox="1"/>
          <p:nvPr/>
        </p:nvSpPr>
        <p:spPr>
          <a:xfrm>
            <a:off x="6881090" y="3315854"/>
            <a:ext cx="498764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B5D66-DBF5-5CB6-0AD6-D5D7DF492F5A}"/>
              </a:ext>
            </a:extLst>
          </p:cNvPr>
          <p:cNvSpPr txBox="1"/>
          <p:nvPr/>
        </p:nvSpPr>
        <p:spPr>
          <a:xfrm>
            <a:off x="2073563" y="868096"/>
            <a:ext cx="498764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8279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D5664BC-9ACE-5E78-3AE4-E479F409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AC027249-276E-8FF7-A44A-7AADD040A7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15" b="47564"/>
          <a:stretch>
            <a:fillRect/>
          </a:stretch>
        </p:blipFill>
        <p:spPr bwMode="auto">
          <a:xfrm>
            <a:off x="1915103" y="101600"/>
            <a:ext cx="5159952" cy="455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6341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89BFE5-0EC9-1AA9-8232-E204AD1B2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89874C93-8EA2-BF98-1F69-D09913143B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15" r="58021"/>
          <a:stretch>
            <a:fillRect/>
          </a:stretch>
        </p:blipFill>
        <p:spPr bwMode="auto">
          <a:xfrm>
            <a:off x="1813503" y="324450"/>
            <a:ext cx="5972752" cy="449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17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71A612-FD52-8328-6BAD-A78D166C2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331" y="204354"/>
            <a:ext cx="3187625" cy="462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18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5DAF622-634E-747C-40EA-9B0F4297B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7D5C2A5E-41DD-F018-1C46-2F31409741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46" b="55169"/>
          <a:stretch>
            <a:fillRect/>
          </a:stretch>
        </p:blipFill>
        <p:spPr bwMode="auto">
          <a:xfrm>
            <a:off x="2252868" y="0"/>
            <a:ext cx="5738193" cy="506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752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4B41A7-B31D-A7DD-DEFE-A409F345B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473" y="0"/>
            <a:ext cx="4303054" cy="478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61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31673E-7537-5990-6DD9-7BD538FBE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679" y="340049"/>
            <a:ext cx="4386469" cy="410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03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3F2BEFC-9B01-E564-9DCF-B269A92AE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5E93CB00-D45A-F36B-6238-D215E1FEF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0"/>
            <a:ext cx="77152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BB9A3F-42FA-D50D-CBAD-2E47074472A5}"/>
              </a:ext>
            </a:extLst>
          </p:cNvPr>
          <p:cNvSpPr txBox="1"/>
          <p:nvPr/>
        </p:nvSpPr>
        <p:spPr>
          <a:xfrm>
            <a:off x="4276436" y="498764"/>
            <a:ext cx="960582" cy="369332"/>
          </a:xfrm>
          <a:prstGeom prst="rect">
            <a:avLst/>
          </a:prstGeom>
          <a:solidFill>
            <a:srgbClr val="E2D7C9"/>
          </a:solidFill>
        </p:spPr>
        <p:txBody>
          <a:bodyPr wrap="square" rtlCol="0">
            <a:spAutoFit/>
          </a:bodyPr>
          <a:lstStyle/>
          <a:p>
            <a:r>
              <a:rPr lang="en-US"/>
              <a:t>Reddit</a:t>
            </a:r>
          </a:p>
        </p:txBody>
      </p:sp>
      <p:pic>
        <p:nvPicPr>
          <p:cNvPr id="3" name="Picture 2" descr="Generated image">
            <a:extLst>
              <a:ext uri="{FF2B5EF4-FFF2-40B4-BE49-F238E27FC236}">
                <a16:creationId xmlns:a16="http://schemas.microsoft.com/office/drawing/2014/main" id="{50FF25A0-E204-997A-FA95-09B27F905D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5164" r="89686" b="49090"/>
          <a:stretch>
            <a:fillRect/>
          </a:stretch>
        </p:blipFill>
        <p:spPr bwMode="auto">
          <a:xfrm>
            <a:off x="4358842" y="2511135"/>
            <a:ext cx="878176" cy="32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292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BA92ED-836C-8E67-5464-CA67C0F58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E5F8A79E-82A2-26F5-5314-5F76C2000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0"/>
            <a:ext cx="77152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8E7DBB-2226-EE05-E7D7-511E62F3EDD6}"/>
              </a:ext>
            </a:extLst>
          </p:cNvPr>
          <p:cNvSpPr txBox="1"/>
          <p:nvPr/>
        </p:nvSpPr>
        <p:spPr>
          <a:xfrm>
            <a:off x="4276436" y="498764"/>
            <a:ext cx="960582" cy="369332"/>
          </a:xfrm>
          <a:prstGeom prst="rect">
            <a:avLst/>
          </a:prstGeom>
          <a:solidFill>
            <a:srgbClr val="E2D7C9"/>
          </a:solidFill>
        </p:spPr>
        <p:txBody>
          <a:bodyPr wrap="square" rtlCol="0">
            <a:spAutoFit/>
          </a:bodyPr>
          <a:lstStyle/>
          <a:p>
            <a:r>
              <a:rPr lang="en-US"/>
              <a:t>Reddit</a:t>
            </a:r>
          </a:p>
        </p:txBody>
      </p:sp>
      <p:pic>
        <p:nvPicPr>
          <p:cNvPr id="3" name="Picture 2" descr="Generated image">
            <a:extLst>
              <a:ext uri="{FF2B5EF4-FFF2-40B4-BE49-F238E27FC236}">
                <a16:creationId xmlns:a16="http://schemas.microsoft.com/office/drawing/2014/main" id="{88DF388A-043B-8184-3EBB-7B02EF1AC0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5164" r="89686" b="49090"/>
          <a:stretch>
            <a:fillRect/>
          </a:stretch>
        </p:blipFill>
        <p:spPr bwMode="auto">
          <a:xfrm>
            <a:off x="4358842" y="2511135"/>
            <a:ext cx="878176" cy="32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951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Source Reliability</a:t>
            </a:r>
            <a:endParaRPr lang="en-US" sz="2400" b="1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32004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r>
              <a:rPr lang="en-US" sz="2000">
                <a:solidFill>
                  <a:srgbClr val="030A18"/>
                </a:solidFill>
              </a:rPr>
              <a:t>• Use peer‑reviewed journals, academic books and authoritative databases
• Check author credentials and institutional affiliations
• Evaluate purpose &amp; scope – is the source scholarly or promotional?
• Assess currency – prefer recent evidence for medical decisions
• Cross‑check information across multiple reputable sources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47777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FF"/>
                </a:solidFill>
                <a:hlinkClick r:id="rId3"/>
              </a:rPr>
              <a:t>[4]</a:t>
            </a:r>
            <a:endParaRPr lang="en-US" sz="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E75F2-AAB5-1E34-B976-29FC927CB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A242A2-4104-DA36-C89B-1ED26CADE9BE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Science</a:t>
            </a:r>
            <a:endParaRPr lang="en-US" sz="2400" b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DBAAF55-6524-14C7-B30F-2194438A0A14}"/>
              </a:ext>
            </a:extLst>
          </p:cNvPr>
          <p:cNvSpPr/>
          <p:nvPr/>
        </p:nvSpPr>
        <p:spPr>
          <a:xfrm>
            <a:off x="365760" y="1097280"/>
            <a:ext cx="8412480" cy="32004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r>
              <a:rPr lang="en-GB"/>
              <a:t>Which of the aforementioned points (below) and which additional further points about source reliability does Dr Ben Goldacre make in his TED Talk?</a:t>
            </a:r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D1F8F6C-F21C-6C17-3590-FE53520EBB56}"/>
              </a:ext>
            </a:extLst>
          </p:cNvPr>
          <p:cNvSpPr/>
          <p:nvPr/>
        </p:nvSpPr>
        <p:spPr>
          <a:xfrm>
            <a:off x="548640" y="128016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457200" indent="-457200">
              <a:buFont typeface="+mj-lt"/>
              <a:buAutoNum type="arabicPeriod"/>
            </a:pPr>
            <a:endParaRPr lang="en-US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C78E10-7E77-9967-3DD0-9A1ED975E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967" y="2440474"/>
            <a:ext cx="4514273" cy="172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5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Science &amp; Critical Appraisal</a:t>
            </a:r>
            <a:endParaRPr lang="en-US" sz="2400" b="1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32004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030A18"/>
                </a:solidFill>
              </a:rPr>
              <a:t>• Daily health news can be misleading – question the evidence
• Ben Goldacre shows how evidence can be distorted at high speed
• Distortion ranges from obvious nutrition claims to subtle pharmaceutical tricks
• Evaluate study design, look for biases and publication suppression
• Critical thinking protects against bad science and supports evidence‑based practice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47777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FF"/>
                </a:solidFill>
                <a:hlinkClick r:id="rId3"/>
              </a:rPr>
              <a:t>[17]</a:t>
            </a:r>
            <a:endParaRPr lang="en-US" sz="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8389-F2A4-1696-1EC0-3AAFE418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6CD743-61BD-EB7C-A0E3-728449016DDC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400" b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E7D4A06-B7AB-98D9-0326-60881E2FDEA4}"/>
              </a:ext>
            </a:extLst>
          </p:cNvPr>
          <p:cNvSpPr/>
          <p:nvPr/>
        </p:nvSpPr>
        <p:spPr>
          <a:xfrm>
            <a:off x="365760" y="1005840"/>
            <a:ext cx="8412480" cy="2926080"/>
          </a:xfrm>
          <a:prstGeom prst="roundRect">
            <a:avLst>
              <a:gd name="adj" fmla="val 3125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sz="4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505B27-454E-76A2-AA20-43B073CFA073}"/>
              </a:ext>
            </a:extLst>
          </p:cNvPr>
          <p:cNvSpPr/>
          <p:nvPr/>
        </p:nvSpPr>
        <p:spPr>
          <a:xfrm>
            <a:off x="548640" y="109728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Evaluate the reliability of sources and information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Use Google Scholar effectively to discover peer‑reviewed literature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Search PubMed for high‑quality medical evidence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Understand the strengths &amp; limitations of AI tools for research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Cite sources accurately using Harvard referencing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Apply these skills to support Sarah’s differential diagnosis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19475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98699-EF86-7DD3-9EA2-1AE60247C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2B754D-3F8F-A1A9-7167-6F0A49DE9CCB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find this reliable research?</a:t>
            </a:r>
            <a:endParaRPr lang="en-US" sz="2400" b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57C9B7-97F4-8DA3-4B14-22CC26983381}"/>
              </a:ext>
            </a:extLst>
          </p:cNvPr>
          <p:cNvSpPr/>
          <p:nvPr/>
        </p:nvSpPr>
        <p:spPr>
          <a:xfrm>
            <a:off x="7139708" y="1097280"/>
            <a:ext cx="1638531" cy="32004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r>
              <a:rPr lang="en-GB" sz="16600"/>
              <a:t>?</a:t>
            </a:r>
            <a:endParaRPr sz="16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FB573C-35DC-1F21-66A7-9A7BBE86DDBE}"/>
              </a:ext>
            </a:extLst>
          </p:cNvPr>
          <p:cNvSpPr/>
          <p:nvPr/>
        </p:nvSpPr>
        <p:spPr>
          <a:xfrm>
            <a:off x="548640" y="128016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457200" indent="-457200">
              <a:buFont typeface="+mj-lt"/>
              <a:buAutoNum type="arabicPeriod"/>
            </a:pPr>
            <a:endParaRPr lang="en-US" sz="2000"/>
          </a:p>
        </p:txBody>
      </p:sp>
      <p:pic>
        <p:nvPicPr>
          <p:cNvPr id="9" name="Picture 8" descr="A logo with a swoosh&#10;&#10;AI-generated content may be incorrect.">
            <a:extLst>
              <a:ext uri="{FF2B5EF4-FFF2-40B4-BE49-F238E27FC236}">
                <a16:creationId xmlns:a16="http://schemas.microsoft.com/office/drawing/2014/main" id="{D3F3FDBE-1503-31CA-8194-3A89DAAD3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592" y="1015998"/>
            <a:ext cx="5249141" cy="349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255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Google Scholar</a:t>
            </a:r>
            <a:endParaRPr lang="en-US" sz="2400" b="1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32004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030A18"/>
                </a:solidFill>
              </a:rPr>
              <a:t>• Indexes peer‑reviewed journals, theses, conference papers &amp; books
• Use the date filter to focus on recent research
• Explore "Cited by" to track influence and "Related articles" for similar studies
• Set library links to access full‑text articles via your institution
• Verify results with other databases and watch for paywalls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47777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FF"/>
                </a:solidFill>
                <a:hlinkClick r:id="rId3"/>
              </a:rPr>
              <a:t>[5]</a:t>
            </a:r>
            <a:r>
              <a:rPr lang="en-US" sz="600" u="sng">
                <a:solidFill>
                  <a:srgbClr val="0000FF"/>
                </a:solidFill>
              </a:rPr>
              <a:t>  </a:t>
            </a:r>
            <a:r>
              <a:rPr lang="en-US" sz="600" u="sng">
                <a:solidFill>
                  <a:srgbClr val="0000FF"/>
                </a:solidFill>
                <a:hlinkClick r:id="rId4"/>
              </a:rPr>
              <a:t>[6]</a:t>
            </a:r>
            <a:r>
              <a:rPr lang="en-US" sz="600" u="sng">
                <a:solidFill>
                  <a:srgbClr val="0000FF"/>
                </a:solidFill>
              </a:rPr>
              <a:t>  </a:t>
            </a:r>
            <a:r>
              <a:rPr lang="en-US" sz="600" u="sng">
                <a:solidFill>
                  <a:srgbClr val="0000FF"/>
                </a:solidFill>
                <a:hlinkClick r:id="rId5"/>
              </a:rPr>
              <a:t>[7]</a:t>
            </a:r>
            <a:endParaRPr lang="en-US" sz="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PubMed</a:t>
            </a:r>
            <a:endParaRPr lang="en-US" sz="2400" b="1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32004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>
                <a:solidFill>
                  <a:srgbClr val="030A18"/>
                </a:solidFill>
              </a:rPr>
              <a:t>• Covers &gt;30 million biomedical records (MEDLINE &amp; more)</a:t>
            </a:r>
          </a:p>
          <a:p>
            <a:r>
              <a:rPr lang="en-US">
                <a:solidFill>
                  <a:srgbClr val="030A18"/>
                </a:solidFill>
              </a:rPr>
              <a:t>• Filter by free (open source) articles and start with review papers.
• Use field tags like [tiab] (title/abstract) and Boolean operators (AND, OR, NOT)
• Combine search terms via the Advanced Search interface
• Apply filters for article type, date and language; avoid limiting to full text unless necessary
• Filters restrict results to MeSH‑indexed articles – be cautious with narrow filtering</a:t>
            </a: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7777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FF"/>
                </a:solidFill>
                <a:hlinkClick r:id="rId3"/>
              </a:rPr>
              <a:t>[8]</a:t>
            </a:r>
            <a:r>
              <a:rPr lang="en-US" sz="600" u="sng">
                <a:solidFill>
                  <a:srgbClr val="0000FF"/>
                </a:solidFill>
              </a:rPr>
              <a:t>  </a:t>
            </a:r>
            <a:r>
              <a:rPr lang="en-US" sz="600" u="sng">
                <a:solidFill>
                  <a:srgbClr val="0000FF"/>
                </a:solidFill>
                <a:hlinkClick r:id="rId4"/>
              </a:rPr>
              <a:t>[9]</a:t>
            </a:r>
            <a:r>
              <a:rPr lang="en-US" sz="600" u="sng">
                <a:solidFill>
                  <a:srgbClr val="0000FF"/>
                </a:solidFill>
              </a:rPr>
              <a:t>  </a:t>
            </a:r>
            <a:r>
              <a:rPr lang="en-US" sz="600" u="sng">
                <a:solidFill>
                  <a:srgbClr val="0000FF"/>
                </a:solidFill>
                <a:hlinkClick r:id="rId5"/>
              </a:rPr>
              <a:t>[10]</a:t>
            </a:r>
            <a:endParaRPr lang="en-US" sz="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AI Tools in Research</a:t>
            </a:r>
            <a:endParaRPr lang="en-US" sz="2400" b="1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32004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2926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>
                <a:solidFill>
                  <a:srgbClr val="030A18"/>
                </a:solidFill>
              </a:rPr>
              <a:t>• Natural‑language search doesn’t require complex Boolean logic
• AI can summarise articles and identify relevance quickly
• Export results directly to citation managers
• Limitations: accuracy depends on training data; risk of hallucinations &amp; hidden paywalls
• Incorrect citations and black‑box algorithms compromise reproducibility
• Always verify AI‑generated recommendations against primary sources</a:t>
            </a: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7777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FF"/>
                </a:solidFill>
                <a:hlinkClick r:id="rId3"/>
              </a:rPr>
              <a:t>[11]</a:t>
            </a:r>
            <a:r>
              <a:rPr lang="en-US" sz="600" u="sng">
                <a:solidFill>
                  <a:srgbClr val="0000FF"/>
                </a:solidFill>
              </a:rPr>
              <a:t>  </a:t>
            </a:r>
            <a:r>
              <a:rPr lang="en-US" sz="600" u="sng">
                <a:solidFill>
                  <a:srgbClr val="0000FF"/>
                </a:solidFill>
                <a:hlinkClick r:id="rId4"/>
              </a:rPr>
              <a:t>[12]</a:t>
            </a:r>
            <a:endParaRPr lang="en-US" sz="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55B60-C6CF-0740-9B73-8FB7C523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E1FA36-A37B-DF7A-A875-B3971FB6EF0C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400" b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4129101-075B-189D-576E-862CE6420D0E}"/>
              </a:ext>
            </a:extLst>
          </p:cNvPr>
          <p:cNvSpPr/>
          <p:nvPr/>
        </p:nvSpPr>
        <p:spPr>
          <a:xfrm>
            <a:off x="365760" y="1005840"/>
            <a:ext cx="8412480" cy="2926080"/>
          </a:xfrm>
          <a:prstGeom prst="roundRect">
            <a:avLst>
              <a:gd name="adj" fmla="val 3125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sz="4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D0DBDCE-AAAE-E1CB-51B8-4B456E08BBD9}"/>
              </a:ext>
            </a:extLst>
          </p:cNvPr>
          <p:cNvSpPr/>
          <p:nvPr/>
        </p:nvSpPr>
        <p:spPr>
          <a:xfrm>
            <a:off x="548640" y="109728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Evaluate the reliability of sources and information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Use Google Scholar effectively to discover peer‑reviewed literature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Search PubMed for high‑quality medical evidence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Understand the strengths &amp; limitations of AI tools for research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Cite sources accurately using Harvard referencing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Apply these skills to support Sarah’s differential diagnosis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415729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Referencing &amp; Citations</a:t>
            </a:r>
            <a:endParaRPr lang="en-US" sz="2400" b="1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32004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030A18"/>
                </a:solidFill>
              </a:rPr>
              <a:t>• Harvard style uses in‑text citations (author &amp; year) with page numbers for quotations
• Up to three authors are named; four or more become et al.
• Reference list arranged alphabetically with full publication details</a:t>
            </a:r>
          </a:p>
          <a:p>
            <a:pPr marL="0" indent="0">
              <a:buNone/>
            </a:pPr>
            <a:r>
              <a:rPr lang="en-US" sz="2000">
                <a:solidFill>
                  <a:srgbClr val="030A18"/>
                </a:solidFill>
              </a:rPr>
              <a:t>
• Do not cite generative AI as a source – treat it as software and describe how it was used
• Include the prompt and algorithm if AI output is reproduced in an appendix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47777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FF"/>
                </a:solidFill>
                <a:hlinkClick r:id="rId3"/>
              </a:rPr>
              <a:t>[13]</a:t>
            </a:r>
            <a:r>
              <a:rPr lang="en-US" sz="600" u="sng">
                <a:solidFill>
                  <a:srgbClr val="0000FF"/>
                </a:solidFill>
              </a:rPr>
              <a:t>  </a:t>
            </a:r>
            <a:r>
              <a:rPr lang="en-US" sz="600" u="sng">
                <a:solidFill>
                  <a:srgbClr val="0000FF"/>
                </a:solidFill>
                <a:hlinkClick r:id="rId4"/>
              </a:rPr>
              <a:t>[14]</a:t>
            </a:r>
            <a:r>
              <a:rPr lang="en-US" sz="600" u="sng">
                <a:solidFill>
                  <a:srgbClr val="0000FF"/>
                </a:solidFill>
              </a:rPr>
              <a:t>  </a:t>
            </a:r>
            <a:r>
              <a:rPr lang="en-US" sz="600" u="sng">
                <a:solidFill>
                  <a:srgbClr val="0000FF"/>
                </a:solidFill>
                <a:hlinkClick r:id="rId5"/>
              </a:rPr>
              <a:t>[15]</a:t>
            </a:r>
            <a:r>
              <a:rPr lang="en-US" sz="600" u="sng">
                <a:solidFill>
                  <a:srgbClr val="0000FF"/>
                </a:solidFill>
              </a:rPr>
              <a:t>  </a:t>
            </a:r>
            <a:r>
              <a:rPr lang="en-US" sz="600" u="sng">
                <a:solidFill>
                  <a:srgbClr val="0000FF"/>
                </a:solidFill>
                <a:hlinkClick r:id="rId6"/>
              </a:rPr>
              <a:t>[16]</a:t>
            </a:r>
            <a:endParaRPr lang="en-US" sz="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F4F6A-A11A-7CB8-FF91-A268AD96D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09624E-9A70-147B-3EC4-BC52BC7FCE73}"/>
              </a:ext>
            </a:extLst>
          </p:cNvPr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400" b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1EC37E3-523E-269E-FC68-75B9951AB600}"/>
              </a:ext>
            </a:extLst>
          </p:cNvPr>
          <p:cNvSpPr/>
          <p:nvPr/>
        </p:nvSpPr>
        <p:spPr>
          <a:xfrm>
            <a:off x="365760" y="1005840"/>
            <a:ext cx="8412480" cy="2926080"/>
          </a:xfrm>
          <a:prstGeom prst="roundRect">
            <a:avLst>
              <a:gd name="adj" fmla="val 3125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sz="4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F79576-0F17-B192-45B6-9018BB5FAD54}"/>
              </a:ext>
            </a:extLst>
          </p:cNvPr>
          <p:cNvSpPr/>
          <p:nvPr/>
        </p:nvSpPr>
        <p:spPr>
          <a:xfrm>
            <a:off x="548640" y="109728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Evaluate the reliability of sources and information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Use Google Scholar effectively to discover peer‑reviewed literature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Search PubMed for high‑quality medical evidence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Understand the strengths &amp; limitations of AI tools for research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Cite sources accurately using Harvard referencing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30A18"/>
                </a:solidFill>
              </a:rPr>
              <a:t>Apply these skills to support Sarah’s differential diagnosis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012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Reflection</a:t>
            </a:r>
            <a:endParaRPr lang="en-US" sz="2400" b="1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8412480" cy="2743200"/>
          </a:xfrm>
          <a:prstGeom prst="roundRect">
            <a:avLst>
              <a:gd name="adj" fmla="val 3333"/>
            </a:avLst>
          </a:prstGeom>
          <a:solidFill>
            <a:srgbClr val="9437FF">
              <a:alpha val="56863"/>
            </a:srgbClr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sz="2000">
              <a:solidFill>
                <a:srgbClr val="7030A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2560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>
                <a:solidFill>
                  <a:srgbClr val="030A18"/>
                </a:solidFill>
              </a:rPr>
              <a:t>• Accurate diagnosis demands reliable, up‑to‑date evidence
• Evaluate source quality and choose peer‑reviewed research
• Use Google Scholar and PubMed thoughtfully and refine searches
• AI tools can assist but must be used critically and verified
• Cite all sources properly to maintain academic integrity
• Apply these skills to interpret Sarah’s results and inform further tests</a:t>
            </a: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7777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00FF"/>
                </a:solidFill>
                <a:hlinkClick r:id="rId3"/>
              </a:rPr>
              <a:t>[4]</a:t>
            </a:r>
            <a:r>
              <a:rPr lang="en-US" sz="600" u="sng">
                <a:solidFill>
                  <a:srgbClr val="0000FF"/>
                </a:solidFill>
              </a:rPr>
              <a:t>  </a:t>
            </a:r>
            <a:r>
              <a:rPr lang="en-US" sz="600" u="sng">
                <a:solidFill>
                  <a:srgbClr val="0000FF"/>
                </a:solidFill>
                <a:hlinkClick r:id="rId4"/>
              </a:rPr>
              <a:t>[5]</a:t>
            </a:r>
            <a:r>
              <a:rPr lang="en-US" sz="600" u="sng">
                <a:solidFill>
                  <a:srgbClr val="0000FF"/>
                </a:solidFill>
              </a:rPr>
              <a:t>  </a:t>
            </a:r>
            <a:r>
              <a:rPr lang="en-US" sz="600" u="sng">
                <a:solidFill>
                  <a:srgbClr val="0000FF"/>
                </a:solidFill>
                <a:hlinkClick r:id="rId5"/>
              </a:rPr>
              <a:t>[8]</a:t>
            </a:r>
            <a:r>
              <a:rPr lang="en-US" sz="600" u="sng">
                <a:solidFill>
                  <a:srgbClr val="0000FF"/>
                </a:solidFill>
              </a:rPr>
              <a:t>  </a:t>
            </a:r>
            <a:r>
              <a:rPr lang="en-US" sz="600" u="sng">
                <a:solidFill>
                  <a:srgbClr val="0000FF"/>
                </a:solidFill>
                <a:hlinkClick r:id="rId6"/>
              </a:rPr>
              <a:t>[11]</a:t>
            </a:r>
            <a:r>
              <a:rPr lang="en-US" sz="600" u="sng">
                <a:solidFill>
                  <a:srgbClr val="0000FF"/>
                </a:solidFill>
              </a:rPr>
              <a:t>  </a:t>
            </a:r>
            <a:r>
              <a:rPr lang="en-US" sz="600" u="sng">
                <a:solidFill>
                  <a:srgbClr val="0000FF"/>
                </a:solidFill>
                <a:hlinkClick r:id="rId7"/>
              </a:rPr>
              <a:t>[13]</a:t>
            </a:r>
            <a:r>
              <a:rPr lang="en-US" sz="600" u="sng">
                <a:solidFill>
                  <a:srgbClr val="0000FF"/>
                </a:solidFill>
              </a:rPr>
              <a:t>  </a:t>
            </a:r>
            <a:r>
              <a:rPr lang="en-US" sz="600" u="sng">
                <a:solidFill>
                  <a:srgbClr val="0000FF"/>
                </a:solidFill>
                <a:hlinkClick r:id="rId8"/>
              </a:rPr>
              <a:t>[16]</a:t>
            </a:r>
            <a:endParaRPr lang="en-US" sz="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26</Slides>
  <Notes>16</Notes>
  <HiddenSlides>8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2025-11-05T19:15:35Z</dcterms:created>
  <dcterms:modified xsi:type="dcterms:W3CDTF">2025-11-06T09:51:45Z</dcterms:modified>
</cp:coreProperties>
</file>